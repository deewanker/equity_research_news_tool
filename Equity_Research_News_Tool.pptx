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ECBEEA-654C-4110-A69D-44E86454E16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8C11B89-20C0-4B26-B4DB-D009149BC0E0}">
      <dgm:prSet/>
      <dgm:spPr/>
      <dgm:t>
        <a:bodyPr/>
        <a:lstStyle/>
        <a:p>
          <a:r>
            <a:rPr lang="en-US"/>
            <a:t>• The Equity Research News Tool fetches and summarizes relevant news articles.</a:t>
          </a:r>
        </a:p>
      </dgm:t>
    </dgm:pt>
    <dgm:pt modelId="{95FC1018-9E0B-4AFB-B067-DF187136A97B}" type="parTrans" cxnId="{A79E5E82-59AE-4AE3-8C66-727DD6C46D97}">
      <dgm:prSet/>
      <dgm:spPr/>
      <dgm:t>
        <a:bodyPr/>
        <a:lstStyle/>
        <a:p>
          <a:endParaRPr lang="en-US"/>
        </a:p>
      </dgm:t>
    </dgm:pt>
    <dgm:pt modelId="{8B841178-1826-4AB0-B9D9-C15C8FEE6306}" type="sibTrans" cxnId="{A79E5E82-59AE-4AE3-8C66-727DD6C46D97}">
      <dgm:prSet/>
      <dgm:spPr/>
      <dgm:t>
        <a:bodyPr/>
        <a:lstStyle/>
        <a:p>
          <a:endParaRPr lang="en-US"/>
        </a:p>
      </dgm:t>
    </dgm:pt>
    <dgm:pt modelId="{3FEEC18E-68A1-4365-A446-A50427FCA4CC}">
      <dgm:prSet/>
      <dgm:spPr/>
      <dgm:t>
        <a:bodyPr/>
        <a:lstStyle/>
        <a:p>
          <a:r>
            <a:rPr lang="en-US"/>
            <a:t>• It assists researchers and analysts in quickly understanding key market trends.</a:t>
          </a:r>
        </a:p>
      </dgm:t>
    </dgm:pt>
    <dgm:pt modelId="{CD174597-896E-4664-9766-220C085921CC}" type="parTrans" cxnId="{1EE7CD52-B4F9-4EF4-A8EF-15CD2E14EB00}">
      <dgm:prSet/>
      <dgm:spPr/>
      <dgm:t>
        <a:bodyPr/>
        <a:lstStyle/>
        <a:p>
          <a:endParaRPr lang="en-US"/>
        </a:p>
      </dgm:t>
    </dgm:pt>
    <dgm:pt modelId="{670FC387-67F5-4D3C-8C66-90345AF3457A}" type="sibTrans" cxnId="{1EE7CD52-B4F9-4EF4-A8EF-15CD2E14EB00}">
      <dgm:prSet/>
      <dgm:spPr/>
      <dgm:t>
        <a:bodyPr/>
        <a:lstStyle/>
        <a:p>
          <a:endParaRPr lang="en-US"/>
        </a:p>
      </dgm:t>
    </dgm:pt>
    <dgm:pt modelId="{F2DBE1AD-5F60-4EE0-92CC-39F3EF08572B}">
      <dgm:prSet/>
      <dgm:spPr/>
      <dgm:t>
        <a:bodyPr/>
        <a:lstStyle/>
        <a:p>
          <a:r>
            <a:rPr lang="en-US"/>
            <a:t>• Uses LangChain, NewsAPI, and Streamlit for AI-driven insights.</a:t>
          </a:r>
        </a:p>
      </dgm:t>
    </dgm:pt>
    <dgm:pt modelId="{9D3B7BBF-B71F-4E27-9F66-57E59141C943}" type="parTrans" cxnId="{8B2C9DA7-9842-4F10-92BE-D57EAEE2F304}">
      <dgm:prSet/>
      <dgm:spPr/>
      <dgm:t>
        <a:bodyPr/>
        <a:lstStyle/>
        <a:p>
          <a:endParaRPr lang="en-US"/>
        </a:p>
      </dgm:t>
    </dgm:pt>
    <dgm:pt modelId="{72B146A3-B747-4140-8EA7-0933BA486570}" type="sibTrans" cxnId="{8B2C9DA7-9842-4F10-92BE-D57EAEE2F304}">
      <dgm:prSet/>
      <dgm:spPr/>
      <dgm:t>
        <a:bodyPr/>
        <a:lstStyle/>
        <a:p>
          <a:endParaRPr lang="en-US"/>
        </a:p>
      </dgm:t>
    </dgm:pt>
    <dgm:pt modelId="{8A8A1F7B-1C75-4C05-80CF-24ACE4EAB005}" type="pres">
      <dgm:prSet presAssocID="{81ECBEEA-654C-4110-A69D-44E86454E16E}" presName="root" presStyleCnt="0">
        <dgm:presLayoutVars>
          <dgm:dir/>
          <dgm:resizeHandles val="exact"/>
        </dgm:presLayoutVars>
      </dgm:prSet>
      <dgm:spPr/>
    </dgm:pt>
    <dgm:pt modelId="{417E6291-DBA0-4E8C-8CBF-7CE773E4BA4E}" type="pres">
      <dgm:prSet presAssocID="{68C11B89-20C0-4B26-B4DB-D009149BC0E0}" presName="compNode" presStyleCnt="0"/>
      <dgm:spPr/>
    </dgm:pt>
    <dgm:pt modelId="{FF920B9E-E892-4FC6-A56D-9D10B0584A15}" type="pres">
      <dgm:prSet presAssocID="{68C11B89-20C0-4B26-B4DB-D009149BC0E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9AB01DA1-C0D7-47FD-BB83-954F612439C1}" type="pres">
      <dgm:prSet presAssocID="{68C11B89-20C0-4B26-B4DB-D009149BC0E0}" presName="spaceRect" presStyleCnt="0"/>
      <dgm:spPr/>
    </dgm:pt>
    <dgm:pt modelId="{DEF4724F-C32C-43D5-9432-06D775001D5A}" type="pres">
      <dgm:prSet presAssocID="{68C11B89-20C0-4B26-B4DB-D009149BC0E0}" presName="textRect" presStyleLbl="revTx" presStyleIdx="0" presStyleCnt="3">
        <dgm:presLayoutVars>
          <dgm:chMax val="1"/>
          <dgm:chPref val="1"/>
        </dgm:presLayoutVars>
      </dgm:prSet>
      <dgm:spPr/>
    </dgm:pt>
    <dgm:pt modelId="{5D1841BA-B52D-4DC3-A471-D0EB6F88630B}" type="pres">
      <dgm:prSet presAssocID="{8B841178-1826-4AB0-B9D9-C15C8FEE6306}" presName="sibTrans" presStyleCnt="0"/>
      <dgm:spPr/>
    </dgm:pt>
    <dgm:pt modelId="{DEEB44F7-C039-4C44-B726-92B8068AC9F4}" type="pres">
      <dgm:prSet presAssocID="{3FEEC18E-68A1-4365-A446-A50427FCA4CC}" presName="compNode" presStyleCnt="0"/>
      <dgm:spPr/>
    </dgm:pt>
    <dgm:pt modelId="{FB9D7D81-2867-4389-AF38-E54A8BF82922}" type="pres">
      <dgm:prSet presAssocID="{3FEEC18E-68A1-4365-A446-A50427FCA4C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E0890AD-D2C5-4A15-AED6-EB4FCB6A557C}" type="pres">
      <dgm:prSet presAssocID="{3FEEC18E-68A1-4365-A446-A50427FCA4CC}" presName="spaceRect" presStyleCnt="0"/>
      <dgm:spPr/>
    </dgm:pt>
    <dgm:pt modelId="{D95CCE44-ED71-4A3B-AD01-E32B7D74CFC5}" type="pres">
      <dgm:prSet presAssocID="{3FEEC18E-68A1-4365-A446-A50427FCA4CC}" presName="textRect" presStyleLbl="revTx" presStyleIdx="1" presStyleCnt="3">
        <dgm:presLayoutVars>
          <dgm:chMax val="1"/>
          <dgm:chPref val="1"/>
        </dgm:presLayoutVars>
      </dgm:prSet>
      <dgm:spPr/>
    </dgm:pt>
    <dgm:pt modelId="{67824566-65DE-4F75-BEDD-AA6710D00956}" type="pres">
      <dgm:prSet presAssocID="{670FC387-67F5-4D3C-8C66-90345AF3457A}" presName="sibTrans" presStyleCnt="0"/>
      <dgm:spPr/>
    </dgm:pt>
    <dgm:pt modelId="{6048CCAC-E61D-432B-B276-59F8933A65A6}" type="pres">
      <dgm:prSet presAssocID="{F2DBE1AD-5F60-4EE0-92CC-39F3EF08572B}" presName="compNode" presStyleCnt="0"/>
      <dgm:spPr/>
    </dgm:pt>
    <dgm:pt modelId="{B3717F05-BE9B-4746-A9D1-376BCA7A415F}" type="pres">
      <dgm:prSet presAssocID="{F2DBE1AD-5F60-4EE0-92CC-39F3EF08572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EF4D30F4-79DD-4E09-B579-F775BCF0D4B7}" type="pres">
      <dgm:prSet presAssocID="{F2DBE1AD-5F60-4EE0-92CC-39F3EF08572B}" presName="spaceRect" presStyleCnt="0"/>
      <dgm:spPr/>
    </dgm:pt>
    <dgm:pt modelId="{1A8C544D-71EE-4E0D-803F-E854455DC479}" type="pres">
      <dgm:prSet presAssocID="{F2DBE1AD-5F60-4EE0-92CC-39F3EF08572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2767A07-BD49-4B2C-A0D0-E5AC7133FC8D}" type="presOf" srcId="{F2DBE1AD-5F60-4EE0-92CC-39F3EF08572B}" destId="{1A8C544D-71EE-4E0D-803F-E854455DC479}" srcOrd="0" destOrd="0" presId="urn:microsoft.com/office/officeart/2018/2/layout/IconLabelList"/>
    <dgm:cxn modelId="{D9C9D43D-352B-43F7-A02F-7B06050902EC}" type="presOf" srcId="{81ECBEEA-654C-4110-A69D-44E86454E16E}" destId="{8A8A1F7B-1C75-4C05-80CF-24ACE4EAB005}" srcOrd="0" destOrd="0" presId="urn:microsoft.com/office/officeart/2018/2/layout/IconLabelList"/>
    <dgm:cxn modelId="{1EE7CD52-B4F9-4EF4-A8EF-15CD2E14EB00}" srcId="{81ECBEEA-654C-4110-A69D-44E86454E16E}" destId="{3FEEC18E-68A1-4365-A446-A50427FCA4CC}" srcOrd="1" destOrd="0" parTransId="{CD174597-896E-4664-9766-220C085921CC}" sibTransId="{670FC387-67F5-4D3C-8C66-90345AF3457A}"/>
    <dgm:cxn modelId="{0DE09853-8E7B-4B17-9951-DC90952B22B5}" type="presOf" srcId="{68C11B89-20C0-4B26-B4DB-D009149BC0E0}" destId="{DEF4724F-C32C-43D5-9432-06D775001D5A}" srcOrd="0" destOrd="0" presId="urn:microsoft.com/office/officeart/2018/2/layout/IconLabelList"/>
    <dgm:cxn modelId="{A79E5E82-59AE-4AE3-8C66-727DD6C46D97}" srcId="{81ECBEEA-654C-4110-A69D-44E86454E16E}" destId="{68C11B89-20C0-4B26-B4DB-D009149BC0E0}" srcOrd="0" destOrd="0" parTransId="{95FC1018-9E0B-4AFB-B067-DF187136A97B}" sibTransId="{8B841178-1826-4AB0-B9D9-C15C8FEE6306}"/>
    <dgm:cxn modelId="{8B2C9DA7-9842-4F10-92BE-D57EAEE2F304}" srcId="{81ECBEEA-654C-4110-A69D-44E86454E16E}" destId="{F2DBE1AD-5F60-4EE0-92CC-39F3EF08572B}" srcOrd="2" destOrd="0" parTransId="{9D3B7BBF-B71F-4E27-9F66-57E59141C943}" sibTransId="{72B146A3-B747-4140-8EA7-0933BA486570}"/>
    <dgm:cxn modelId="{15A02BE6-87EB-4849-8ADC-8DEFC80F90A0}" type="presOf" srcId="{3FEEC18E-68A1-4365-A446-A50427FCA4CC}" destId="{D95CCE44-ED71-4A3B-AD01-E32B7D74CFC5}" srcOrd="0" destOrd="0" presId="urn:microsoft.com/office/officeart/2018/2/layout/IconLabelList"/>
    <dgm:cxn modelId="{5F0323E8-E726-47C3-9D2C-0F644F97AC7F}" type="presParOf" srcId="{8A8A1F7B-1C75-4C05-80CF-24ACE4EAB005}" destId="{417E6291-DBA0-4E8C-8CBF-7CE773E4BA4E}" srcOrd="0" destOrd="0" presId="urn:microsoft.com/office/officeart/2018/2/layout/IconLabelList"/>
    <dgm:cxn modelId="{D7E3A36B-FEF6-4000-8293-124C97AF5471}" type="presParOf" srcId="{417E6291-DBA0-4E8C-8CBF-7CE773E4BA4E}" destId="{FF920B9E-E892-4FC6-A56D-9D10B0584A15}" srcOrd="0" destOrd="0" presId="urn:microsoft.com/office/officeart/2018/2/layout/IconLabelList"/>
    <dgm:cxn modelId="{0DA230D1-701D-417D-ADBF-1FBCB97C8197}" type="presParOf" srcId="{417E6291-DBA0-4E8C-8CBF-7CE773E4BA4E}" destId="{9AB01DA1-C0D7-47FD-BB83-954F612439C1}" srcOrd="1" destOrd="0" presId="urn:microsoft.com/office/officeart/2018/2/layout/IconLabelList"/>
    <dgm:cxn modelId="{852976FF-47E6-40F2-837C-B2553953986E}" type="presParOf" srcId="{417E6291-DBA0-4E8C-8CBF-7CE773E4BA4E}" destId="{DEF4724F-C32C-43D5-9432-06D775001D5A}" srcOrd="2" destOrd="0" presId="urn:microsoft.com/office/officeart/2018/2/layout/IconLabelList"/>
    <dgm:cxn modelId="{D4B53CA1-B94F-4C6E-90A4-C62787D0D9BD}" type="presParOf" srcId="{8A8A1F7B-1C75-4C05-80CF-24ACE4EAB005}" destId="{5D1841BA-B52D-4DC3-A471-D0EB6F88630B}" srcOrd="1" destOrd="0" presId="urn:microsoft.com/office/officeart/2018/2/layout/IconLabelList"/>
    <dgm:cxn modelId="{5A3D2303-B401-48E3-BC2D-740D9CAE5192}" type="presParOf" srcId="{8A8A1F7B-1C75-4C05-80CF-24ACE4EAB005}" destId="{DEEB44F7-C039-4C44-B726-92B8068AC9F4}" srcOrd="2" destOrd="0" presId="urn:microsoft.com/office/officeart/2018/2/layout/IconLabelList"/>
    <dgm:cxn modelId="{86331E76-430A-4912-B446-B7AF89B6D9F2}" type="presParOf" srcId="{DEEB44F7-C039-4C44-B726-92B8068AC9F4}" destId="{FB9D7D81-2867-4389-AF38-E54A8BF82922}" srcOrd="0" destOrd="0" presId="urn:microsoft.com/office/officeart/2018/2/layout/IconLabelList"/>
    <dgm:cxn modelId="{8CCB1AC8-6D65-4A3C-8311-DBE5335F98A5}" type="presParOf" srcId="{DEEB44F7-C039-4C44-B726-92B8068AC9F4}" destId="{1E0890AD-D2C5-4A15-AED6-EB4FCB6A557C}" srcOrd="1" destOrd="0" presId="urn:microsoft.com/office/officeart/2018/2/layout/IconLabelList"/>
    <dgm:cxn modelId="{69A86CC2-4086-4BCB-BB26-1D345F518C2F}" type="presParOf" srcId="{DEEB44F7-C039-4C44-B726-92B8068AC9F4}" destId="{D95CCE44-ED71-4A3B-AD01-E32B7D74CFC5}" srcOrd="2" destOrd="0" presId="urn:microsoft.com/office/officeart/2018/2/layout/IconLabelList"/>
    <dgm:cxn modelId="{04158853-24EC-437B-98EE-0EF18E9ADDC3}" type="presParOf" srcId="{8A8A1F7B-1C75-4C05-80CF-24ACE4EAB005}" destId="{67824566-65DE-4F75-BEDD-AA6710D00956}" srcOrd="3" destOrd="0" presId="urn:microsoft.com/office/officeart/2018/2/layout/IconLabelList"/>
    <dgm:cxn modelId="{8DF3C208-6521-4E07-92EE-C3F2216E947D}" type="presParOf" srcId="{8A8A1F7B-1C75-4C05-80CF-24ACE4EAB005}" destId="{6048CCAC-E61D-432B-B276-59F8933A65A6}" srcOrd="4" destOrd="0" presId="urn:microsoft.com/office/officeart/2018/2/layout/IconLabelList"/>
    <dgm:cxn modelId="{09C87119-C55D-4E0C-A5FC-9B711239E75D}" type="presParOf" srcId="{6048CCAC-E61D-432B-B276-59F8933A65A6}" destId="{B3717F05-BE9B-4746-A9D1-376BCA7A415F}" srcOrd="0" destOrd="0" presId="urn:microsoft.com/office/officeart/2018/2/layout/IconLabelList"/>
    <dgm:cxn modelId="{CC2B0CA0-E6F6-4415-A68F-80F6C0C14991}" type="presParOf" srcId="{6048CCAC-E61D-432B-B276-59F8933A65A6}" destId="{EF4D30F4-79DD-4E09-B579-F775BCF0D4B7}" srcOrd="1" destOrd="0" presId="urn:microsoft.com/office/officeart/2018/2/layout/IconLabelList"/>
    <dgm:cxn modelId="{510EF801-B5B7-43A6-AEC9-50B1BFEC2901}" type="presParOf" srcId="{6048CCAC-E61D-432B-B276-59F8933A65A6}" destId="{1A8C544D-71EE-4E0D-803F-E854455DC47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8F9296-AFF1-4760-8CEC-326AD738132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CA476D2-876E-42B9-8CC3-E183C61832B6}">
      <dgm:prSet/>
      <dgm:spPr/>
      <dgm:t>
        <a:bodyPr/>
        <a:lstStyle/>
        <a:p>
          <a:r>
            <a:rPr lang="en-US"/>
            <a:t>• NewsAPI: Fetches real-time articles based on user query.</a:t>
          </a:r>
        </a:p>
      </dgm:t>
    </dgm:pt>
    <dgm:pt modelId="{2C9FF791-9EC6-4120-A3A2-AC90F3335A36}" type="parTrans" cxnId="{DBB3F5D0-4C2E-4F75-850C-E1A8F21E90FE}">
      <dgm:prSet/>
      <dgm:spPr/>
      <dgm:t>
        <a:bodyPr/>
        <a:lstStyle/>
        <a:p>
          <a:endParaRPr lang="en-US"/>
        </a:p>
      </dgm:t>
    </dgm:pt>
    <dgm:pt modelId="{1A811C2E-48C7-4F34-B277-C2CDC58C983F}" type="sibTrans" cxnId="{DBB3F5D0-4C2E-4F75-850C-E1A8F21E90FE}">
      <dgm:prSet/>
      <dgm:spPr/>
      <dgm:t>
        <a:bodyPr/>
        <a:lstStyle/>
        <a:p>
          <a:endParaRPr lang="en-US"/>
        </a:p>
      </dgm:t>
    </dgm:pt>
    <dgm:pt modelId="{2F2A5037-1E26-4E30-AA01-50558D019831}">
      <dgm:prSet/>
      <dgm:spPr/>
      <dgm:t>
        <a:bodyPr/>
        <a:lstStyle/>
        <a:p>
          <a:r>
            <a:rPr lang="en-US"/>
            <a:t>• LangChain with Groq LLM: Generates summarized insights from news articles.</a:t>
          </a:r>
        </a:p>
      </dgm:t>
    </dgm:pt>
    <dgm:pt modelId="{5B771EA3-D339-41C4-B829-AEC0D25CE2E2}" type="parTrans" cxnId="{37A8EE5B-92AF-43A4-B0C7-FC5B43661D3A}">
      <dgm:prSet/>
      <dgm:spPr/>
      <dgm:t>
        <a:bodyPr/>
        <a:lstStyle/>
        <a:p>
          <a:endParaRPr lang="en-US"/>
        </a:p>
      </dgm:t>
    </dgm:pt>
    <dgm:pt modelId="{D5C2997B-6B53-4B04-9148-BEF4392D0CEC}" type="sibTrans" cxnId="{37A8EE5B-92AF-43A4-B0C7-FC5B43661D3A}">
      <dgm:prSet/>
      <dgm:spPr/>
      <dgm:t>
        <a:bodyPr/>
        <a:lstStyle/>
        <a:p>
          <a:endParaRPr lang="en-US"/>
        </a:p>
      </dgm:t>
    </dgm:pt>
    <dgm:pt modelId="{33E61F4D-A4DB-4E63-BA30-A895C1917D66}">
      <dgm:prSet/>
      <dgm:spPr/>
      <dgm:t>
        <a:bodyPr/>
        <a:lstStyle/>
        <a:p>
          <a:r>
            <a:rPr lang="en-US"/>
            <a:t>• Streamlit: Provides an interactive user interface with authentication.</a:t>
          </a:r>
        </a:p>
      </dgm:t>
    </dgm:pt>
    <dgm:pt modelId="{5662CAC9-7B17-4E4B-8663-95F2E2259A27}" type="parTrans" cxnId="{559BD837-71DF-4E23-B6FC-057BBEE7CCEB}">
      <dgm:prSet/>
      <dgm:spPr/>
      <dgm:t>
        <a:bodyPr/>
        <a:lstStyle/>
        <a:p>
          <a:endParaRPr lang="en-US"/>
        </a:p>
      </dgm:t>
    </dgm:pt>
    <dgm:pt modelId="{850B40BB-7F12-41F1-A2E5-95DE4D16A232}" type="sibTrans" cxnId="{559BD837-71DF-4E23-B6FC-057BBEE7CCEB}">
      <dgm:prSet/>
      <dgm:spPr/>
      <dgm:t>
        <a:bodyPr/>
        <a:lstStyle/>
        <a:p>
          <a:endParaRPr lang="en-US"/>
        </a:p>
      </dgm:t>
    </dgm:pt>
    <dgm:pt modelId="{560C353E-A5D1-4820-A483-5392CE884600}" type="pres">
      <dgm:prSet presAssocID="{B38F9296-AFF1-4760-8CEC-326AD7381321}" presName="root" presStyleCnt="0">
        <dgm:presLayoutVars>
          <dgm:dir/>
          <dgm:resizeHandles val="exact"/>
        </dgm:presLayoutVars>
      </dgm:prSet>
      <dgm:spPr/>
    </dgm:pt>
    <dgm:pt modelId="{456B82AC-2E3D-487E-A578-201F34E583C5}" type="pres">
      <dgm:prSet presAssocID="{5CA476D2-876E-42B9-8CC3-E183C61832B6}" presName="compNode" presStyleCnt="0"/>
      <dgm:spPr/>
    </dgm:pt>
    <dgm:pt modelId="{885FD633-3C36-4BC4-AFFD-5060C6332BD8}" type="pres">
      <dgm:prSet presAssocID="{5CA476D2-876E-42B9-8CC3-E183C61832B6}" presName="bgRect" presStyleLbl="bgShp" presStyleIdx="0" presStyleCnt="3"/>
      <dgm:spPr/>
    </dgm:pt>
    <dgm:pt modelId="{145D4F47-875D-4542-9179-B584B1A88F72}" type="pres">
      <dgm:prSet presAssocID="{5CA476D2-876E-42B9-8CC3-E183C61832B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AB030761-17F3-4041-9506-109062FD4E68}" type="pres">
      <dgm:prSet presAssocID="{5CA476D2-876E-42B9-8CC3-E183C61832B6}" presName="spaceRect" presStyleCnt="0"/>
      <dgm:spPr/>
    </dgm:pt>
    <dgm:pt modelId="{77A946C3-0D00-4C95-BE82-655C1FF1F261}" type="pres">
      <dgm:prSet presAssocID="{5CA476D2-876E-42B9-8CC3-E183C61832B6}" presName="parTx" presStyleLbl="revTx" presStyleIdx="0" presStyleCnt="3">
        <dgm:presLayoutVars>
          <dgm:chMax val="0"/>
          <dgm:chPref val="0"/>
        </dgm:presLayoutVars>
      </dgm:prSet>
      <dgm:spPr/>
    </dgm:pt>
    <dgm:pt modelId="{A9F51BFC-AB04-495B-893F-33AD6E3F2A9D}" type="pres">
      <dgm:prSet presAssocID="{1A811C2E-48C7-4F34-B277-C2CDC58C983F}" presName="sibTrans" presStyleCnt="0"/>
      <dgm:spPr/>
    </dgm:pt>
    <dgm:pt modelId="{305F2385-5F0D-4782-8871-82F450750953}" type="pres">
      <dgm:prSet presAssocID="{2F2A5037-1E26-4E30-AA01-50558D019831}" presName="compNode" presStyleCnt="0"/>
      <dgm:spPr/>
    </dgm:pt>
    <dgm:pt modelId="{539B702A-263A-4BBB-81ED-F752CD3EDCDC}" type="pres">
      <dgm:prSet presAssocID="{2F2A5037-1E26-4E30-AA01-50558D019831}" presName="bgRect" presStyleLbl="bgShp" presStyleIdx="1" presStyleCnt="3"/>
      <dgm:spPr/>
    </dgm:pt>
    <dgm:pt modelId="{38EFFAF3-ECCE-442D-9485-0EBFE1EB9C3A}" type="pres">
      <dgm:prSet presAssocID="{2F2A5037-1E26-4E30-AA01-50558D01983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27AE8B60-20DD-4175-9C22-6D9BDA160F57}" type="pres">
      <dgm:prSet presAssocID="{2F2A5037-1E26-4E30-AA01-50558D019831}" presName="spaceRect" presStyleCnt="0"/>
      <dgm:spPr/>
    </dgm:pt>
    <dgm:pt modelId="{A8DAB6A5-981A-4BC1-A44E-0A534BF74B15}" type="pres">
      <dgm:prSet presAssocID="{2F2A5037-1E26-4E30-AA01-50558D019831}" presName="parTx" presStyleLbl="revTx" presStyleIdx="1" presStyleCnt="3">
        <dgm:presLayoutVars>
          <dgm:chMax val="0"/>
          <dgm:chPref val="0"/>
        </dgm:presLayoutVars>
      </dgm:prSet>
      <dgm:spPr/>
    </dgm:pt>
    <dgm:pt modelId="{A6C3B4EE-DEEF-4102-9708-EA7D73B4563E}" type="pres">
      <dgm:prSet presAssocID="{D5C2997B-6B53-4B04-9148-BEF4392D0CEC}" presName="sibTrans" presStyleCnt="0"/>
      <dgm:spPr/>
    </dgm:pt>
    <dgm:pt modelId="{38CFA614-BB7F-4DE5-B68C-E9D24070B461}" type="pres">
      <dgm:prSet presAssocID="{33E61F4D-A4DB-4E63-BA30-A895C1917D66}" presName="compNode" presStyleCnt="0"/>
      <dgm:spPr/>
    </dgm:pt>
    <dgm:pt modelId="{B8584D7F-DF1C-440B-889F-9CD5A132AB11}" type="pres">
      <dgm:prSet presAssocID="{33E61F4D-A4DB-4E63-BA30-A895C1917D66}" presName="bgRect" presStyleLbl="bgShp" presStyleIdx="2" presStyleCnt="3"/>
      <dgm:spPr/>
    </dgm:pt>
    <dgm:pt modelId="{D9AE7047-A5E7-46BE-AF89-2305435BEDE4}" type="pres">
      <dgm:prSet presAssocID="{33E61F4D-A4DB-4E63-BA30-A895C1917D6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595F1222-CE2D-4DD8-A85F-F58C3DDE482B}" type="pres">
      <dgm:prSet presAssocID="{33E61F4D-A4DB-4E63-BA30-A895C1917D66}" presName="spaceRect" presStyleCnt="0"/>
      <dgm:spPr/>
    </dgm:pt>
    <dgm:pt modelId="{26AD4632-70EF-40B4-BF29-4BE2ECEB7416}" type="pres">
      <dgm:prSet presAssocID="{33E61F4D-A4DB-4E63-BA30-A895C1917D6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03A2036-13C5-4DAF-A393-EF0744DFD082}" type="presOf" srcId="{B38F9296-AFF1-4760-8CEC-326AD7381321}" destId="{560C353E-A5D1-4820-A483-5392CE884600}" srcOrd="0" destOrd="0" presId="urn:microsoft.com/office/officeart/2018/2/layout/IconVerticalSolidList"/>
    <dgm:cxn modelId="{559BD837-71DF-4E23-B6FC-057BBEE7CCEB}" srcId="{B38F9296-AFF1-4760-8CEC-326AD7381321}" destId="{33E61F4D-A4DB-4E63-BA30-A895C1917D66}" srcOrd="2" destOrd="0" parTransId="{5662CAC9-7B17-4E4B-8663-95F2E2259A27}" sibTransId="{850B40BB-7F12-41F1-A2E5-95DE4D16A232}"/>
    <dgm:cxn modelId="{37A8EE5B-92AF-43A4-B0C7-FC5B43661D3A}" srcId="{B38F9296-AFF1-4760-8CEC-326AD7381321}" destId="{2F2A5037-1E26-4E30-AA01-50558D019831}" srcOrd="1" destOrd="0" parTransId="{5B771EA3-D339-41C4-B829-AEC0D25CE2E2}" sibTransId="{D5C2997B-6B53-4B04-9148-BEF4392D0CEC}"/>
    <dgm:cxn modelId="{C829E766-C492-4884-AF33-21749F4D68FE}" type="presOf" srcId="{2F2A5037-1E26-4E30-AA01-50558D019831}" destId="{A8DAB6A5-981A-4BC1-A44E-0A534BF74B15}" srcOrd="0" destOrd="0" presId="urn:microsoft.com/office/officeart/2018/2/layout/IconVerticalSolidList"/>
    <dgm:cxn modelId="{57DBC254-1896-49E9-BACE-08D0F7C2DBBF}" type="presOf" srcId="{33E61F4D-A4DB-4E63-BA30-A895C1917D66}" destId="{26AD4632-70EF-40B4-BF29-4BE2ECEB7416}" srcOrd="0" destOrd="0" presId="urn:microsoft.com/office/officeart/2018/2/layout/IconVerticalSolidList"/>
    <dgm:cxn modelId="{1CA2C99A-306F-4E0E-916D-A71E42E338BC}" type="presOf" srcId="{5CA476D2-876E-42B9-8CC3-E183C61832B6}" destId="{77A946C3-0D00-4C95-BE82-655C1FF1F261}" srcOrd="0" destOrd="0" presId="urn:microsoft.com/office/officeart/2018/2/layout/IconVerticalSolidList"/>
    <dgm:cxn modelId="{DBB3F5D0-4C2E-4F75-850C-E1A8F21E90FE}" srcId="{B38F9296-AFF1-4760-8CEC-326AD7381321}" destId="{5CA476D2-876E-42B9-8CC3-E183C61832B6}" srcOrd="0" destOrd="0" parTransId="{2C9FF791-9EC6-4120-A3A2-AC90F3335A36}" sibTransId="{1A811C2E-48C7-4F34-B277-C2CDC58C983F}"/>
    <dgm:cxn modelId="{5A32FA7F-22C7-40D6-A7FB-BA6AF952CBBB}" type="presParOf" srcId="{560C353E-A5D1-4820-A483-5392CE884600}" destId="{456B82AC-2E3D-487E-A578-201F34E583C5}" srcOrd="0" destOrd="0" presId="urn:microsoft.com/office/officeart/2018/2/layout/IconVerticalSolidList"/>
    <dgm:cxn modelId="{D71E85D7-2DD6-4D4A-889A-E16C600B2B33}" type="presParOf" srcId="{456B82AC-2E3D-487E-A578-201F34E583C5}" destId="{885FD633-3C36-4BC4-AFFD-5060C6332BD8}" srcOrd="0" destOrd="0" presId="urn:microsoft.com/office/officeart/2018/2/layout/IconVerticalSolidList"/>
    <dgm:cxn modelId="{262C3F5F-3664-41E2-B301-D9CFA09D324C}" type="presParOf" srcId="{456B82AC-2E3D-487E-A578-201F34E583C5}" destId="{145D4F47-875D-4542-9179-B584B1A88F72}" srcOrd="1" destOrd="0" presId="urn:microsoft.com/office/officeart/2018/2/layout/IconVerticalSolidList"/>
    <dgm:cxn modelId="{9A8B2F6F-8B0B-4057-9E79-F73522545D8D}" type="presParOf" srcId="{456B82AC-2E3D-487E-A578-201F34E583C5}" destId="{AB030761-17F3-4041-9506-109062FD4E68}" srcOrd="2" destOrd="0" presId="urn:microsoft.com/office/officeart/2018/2/layout/IconVerticalSolidList"/>
    <dgm:cxn modelId="{D96D30EA-104D-418A-A6C4-2ED801D33504}" type="presParOf" srcId="{456B82AC-2E3D-487E-A578-201F34E583C5}" destId="{77A946C3-0D00-4C95-BE82-655C1FF1F261}" srcOrd="3" destOrd="0" presId="urn:microsoft.com/office/officeart/2018/2/layout/IconVerticalSolidList"/>
    <dgm:cxn modelId="{53F1BF42-D5D5-4C60-9896-534B97E94BAD}" type="presParOf" srcId="{560C353E-A5D1-4820-A483-5392CE884600}" destId="{A9F51BFC-AB04-495B-893F-33AD6E3F2A9D}" srcOrd="1" destOrd="0" presId="urn:microsoft.com/office/officeart/2018/2/layout/IconVerticalSolidList"/>
    <dgm:cxn modelId="{53D84BE0-84CB-4B29-96E6-0F8DA7C243F6}" type="presParOf" srcId="{560C353E-A5D1-4820-A483-5392CE884600}" destId="{305F2385-5F0D-4782-8871-82F450750953}" srcOrd="2" destOrd="0" presId="urn:microsoft.com/office/officeart/2018/2/layout/IconVerticalSolidList"/>
    <dgm:cxn modelId="{BA5EB48C-E0C7-4521-83B1-295F84341E50}" type="presParOf" srcId="{305F2385-5F0D-4782-8871-82F450750953}" destId="{539B702A-263A-4BBB-81ED-F752CD3EDCDC}" srcOrd="0" destOrd="0" presId="urn:microsoft.com/office/officeart/2018/2/layout/IconVerticalSolidList"/>
    <dgm:cxn modelId="{3FE03560-069A-4A3F-9DD6-08F446BBC84C}" type="presParOf" srcId="{305F2385-5F0D-4782-8871-82F450750953}" destId="{38EFFAF3-ECCE-442D-9485-0EBFE1EB9C3A}" srcOrd="1" destOrd="0" presId="urn:microsoft.com/office/officeart/2018/2/layout/IconVerticalSolidList"/>
    <dgm:cxn modelId="{723199A4-D3C9-4F99-A080-B4CF5C85F3CF}" type="presParOf" srcId="{305F2385-5F0D-4782-8871-82F450750953}" destId="{27AE8B60-20DD-4175-9C22-6D9BDA160F57}" srcOrd="2" destOrd="0" presId="urn:microsoft.com/office/officeart/2018/2/layout/IconVerticalSolidList"/>
    <dgm:cxn modelId="{12BFE49C-C90C-4EBD-BBCF-2C605B31C8F0}" type="presParOf" srcId="{305F2385-5F0D-4782-8871-82F450750953}" destId="{A8DAB6A5-981A-4BC1-A44E-0A534BF74B15}" srcOrd="3" destOrd="0" presId="urn:microsoft.com/office/officeart/2018/2/layout/IconVerticalSolidList"/>
    <dgm:cxn modelId="{E8EA928F-0484-4E13-BCE6-52434DB8ACDA}" type="presParOf" srcId="{560C353E-A5D1-4820-A483-5392CE884600}" destId="{A6C3B4EE-DEEF-4102-9708-EA7D73B4563E}" srcOrd="3" destOrd="0" presId="urn:microsoft.com/office/officeart/2018/2/layout/IconVerticalSolidList"/>
    <dgm:cxn modelId="{02762D66-DDAF-4BE5-AE19-F3A60A9DB516}" type="presParOf" srcId="{560C353E-A5D1-4820-A483-5392CE884600}" destId="{38CFA614-BB7F-4DE5-B68C-E9D24070B461}" srcOrd="4" destOrd="0" presId="urn:microsoft.com/office/officeart/2018/2/layout/IconVerticalSolidList"/>
    <dgm:cxn modelId="{88CF2F86-E7AC-43BB-8D33-FA6DDB1264F1}" type="presParOf" srcId="{38CFA614-BB7F-4DE5-B68C-E9D24070B461}" destId="{B8584D7F-DF1C-440B-889F-9CD5A132AB11}" srcOrd="0" destOrd="0" presId="urn:microsoft.com/office/officeart/2018/2/layout/IconVerticalSolidList"/>
    <dgm:cxn modelId="{FFC4C1C8-E1FC-442A-A6F6-21EEF02C1612}" type="presParOf" srcId="{38CFA614-BB7F-4DE5-B68C-E9D24070B461}" destId="{D9AE7047-A5E7-46BE-AF89-2305435BEDE4}" srcOrd="1" destOrd="0" presId="urn:microsoft.com/office/officeart/2018/2/layout/IconVerticalSolidList"/>
    <dgm:cxn modelId="{F53B41FA-D762-4B17-856B-C6288F77CA06}" type="presParOf" srcId="{38CFA614-BB7F-4DE5-B68C-E9D24070B461}" destId="{595F1222-CE2D-4DD8-A85F-F58C3DDE482B}" srcOrd="2" destOrd="0" presId="urn:microsoft.com/office/officeart/2018/2/layout/IconVerticalSolidList"/>
    <dgm:cxn modelId="{397B6FB2-07D0-4462-9572-4913A7984E66}" type="presParOf" srcId="{38CFA614-BB7F-4DE5-B68C-E9D24070B461}" destId="{26AD4632-70EF-40B4-BF29-4BE2ECEB741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40A951-6534-4B4C-91C9-0B3CA17F516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FB133D4-AD41-4AD6-92AC-240EEE6CE6C6}">
      <dgm:prSet/>
      <dgm:spPr/>
      <dgm:t>
        <a:bodyPr/>
        <a:lstStyle/>
        <a:p>
          <a:r>
            <a:rPr lang="en-US"/>
            <a:t>✔️ Fetches latest news articles using NewsAPI</a:t>
          </a:r>
        </a:p>
      </dgm:t>
    </dgm:pt>
    <dgm:pt modelId="{A44E661A-F67C-4887-A9A5-8D06DC8B19CE}" type="parTrans" cxnId="{898E8ECC-658B-425E-9EC9-ED4B9CD83BE9}">
      <dgm:prSet/>
      <dgm:spPr/>
      <dgm:t>
        <a:bodyPr/>
        <a:lstStyle/>
        <a:p>
          <a:endParaRPr lang="en-US"/>
        </a:p>
      </dgm:t>
    </dgm:pt>
    <dgm:pt modelId="{CB1FEDB1-3826-4FEF-9A3E-CFF99990DD2D}" type="sibTrans" cxnId="{898E8ECC-658B-425E-9EC9-ED4B9CD83BE9}">
      <dgm:prSet/>
      <dgm:spPr/>
      <dgm:t>
        <a:bodyPr/>
        <a:lstStyle/>
        <a:p>
          <a:endParaRPr lang="en-US"/>
        </a:p>
      </dgm:t>
    </dgm:pt>
    <dgm:pt modelId="{3C6FF69A-A17B-4F9F-AE83-7E0A3BE8329F}">
      <dgm:prSet/>
      <dgm:spPr/>
      <dgm:t>
        <a:bodyPr/>
        <a:lstStyle/>
        <a:p>
          <a:r>
            <a:rPr lang="en-US"/>
            <a:t>✔️ Summarizes news using LangChain and Groq LLM</a:t>
          </a:r>
        </a:p>
      </dgm:t>
    </dgm:pt>
    <dgm:pt modelId="{9441A46C-7963-41E9-A2A4-C6FF51B9EED9}" type="parTrans" cxnId="{B2CC9F0E-6F7D-4A15-9EF1-D45F3E598258}">
      <dgm:prSet/>
      <dgm:spPr/>
      <dgm:t>
        <a:bodyPr/>
        <a:lstStyle/>
        <a:p>
          <a:endParaRPr lang="en-US"/>
        </a:p>
      </dgm:t>
    </dgm:pt>
    <dgm:pt modelId="{FE0B132B-36DF-4FEF-AAF8-1A8C4C1C08BC}" type="sibTrans" cxnId="{B2CC9F0E-6F7D-4A15-9EF1-D45F3E598258}">
      <dgm:prSet/>
      <dgm:spPr/>
      <dgm:t>
        <a:bodyPr/>
        <a:lstStyle/>
        <a:p>
          <a:endParaRPr lang="en-US"/>
        </a:p>
      </dgm:t>
    </dgm:pt>
    <dgm:pt modelId="{7C2B02E5-371F-42A9-9627-9F64537945EB}">
      <dgm:prSet/>
      <dgm:spPr/>
      <dgm:t>
        <a:bodyPr/>
        <a:lstStyle/>
        <a:p>
          <a:r>
            <a:rPr lang="en-US"/>
            <a:t>✔️ User authentication for secure access</a:t>
          </a:r>
        </a:p>
      </dgm:t>
    </dgm:pt>
    <dgm:pt modelId="{40F4E777-DFBC-489B-B9F7-458C0825E6BC}" type="parTrans" cxnId="{7FCC6BC5-E649-48B7-945F-1ECC57943765}">
      <dgm:prSet/>
      <dgm:spPr/>
      <dgm:t>
        <a:bodyPr/>
        <a:lstStyle/>
        <a:p>
          <a:endParaRPr lang="en-US"/>
        </a:p>
      </dgm:t>
    </dgm:pt>
    <dgm:pt modelId="{BBBC46A9-9ACB-451D-AF27-AB76BCC461E5}" type="sibTrans" cxnId="{7FCC6BC5-E649-48B7-945F-1ECC57943765}">
      <dgm:prSet/>
      <dgm:spPr/>
      <dgm:t>
        <a:bodyPr/>
        <a:lstStyle/>
        <a:p>
          <a:endParaRPr lang="en-US"/>
        </a:p>
      </dgm:t>
    </dgm:pt>
    <dgm:pt modelId="{A0254FB1-870D-4320-9CE5-F305B4D9536C}">
      <dgm:prSet/>
      <dgm:spPr/>
      <dgm:t>
        <a:bodyPr/>
        <a:lstStyle/>
        <a:p>
          <a:r>
            <a:rPr lang="en-US"/>
            <a:t>✔️ Interactive UI built with Streamlit</a:t>
          </a:r>
        </a:p>
      </dgm:t>
    </dgm:pt>
    <dgm:pt modelId="{3950652F-6375-432B-8CB3-FA89D2C9EEB9}" type="parTrans" cxnId="{54C02F35-0871-4BE8-B8AC-82BD3F9439FB}">
      <dgm:prSet/>
      <dgm:spPr/>
      <dgm:t>
        <a:bodyPr/>
        <a:lstStyle/>
        <a:p>
          <a:endParaRPr lang="en-US"/>
        </a:p>
      </dgm:t>
    </dgm:pt>
    <dgm:pt modelId="{E67C6339-F937-4129-8DBC-34C9C1E6B6D5}" type="sibTrans" cxnId="{54C02F35-0871-4BE8-B8AC-82BD3F9439FB}">
      <dgm:prSet/>
      <dgm:spPr/>
      <dgm:t>
        <a:bodyPr/>
        <a:lstStyle/>
        <a:p>
          <a:endParaRPr lang="en-US"/>
        </a:p>
      </dgm:t>
    </dgm:pt>
    <dgm:pt modelId="{09E2B9A2-F2B9-4698-8FAA-50AE3C0B2B78}">
      <dgm:prSet/>
      <dgm:spPr/>
      <dgm:t>
        <a:bodyPr/>
        <a:lstStyle/>
        <a:p>
          <a:r>
            <a:rPr lang="en-US" dirty="0"/>
            <a:t>✔️ Displays a structured summary</a:t>
          </a:r>
        </a:p>
      </dgm:t>
    </dgm:pt>
    <dgm:pt modelId="{3473E682-5A3B-4653-AF29-B8BE8A0AEAAF}" type="parTrans" cxnId="{65619EE3-31D2-44C3-9753-2D25E82ABC7D}">
      <dgm:prSet/>
      <dgm:spPr/>
      <dgm:t>
        <a:bodyPr/>
        <a:lstStyle/>
        <a:p>
          <a:endParaRPr lang="en-US"/>
        </a:p>
      </dgm:t>
    </dgm:pt>
    <dgm:pt modelId="{352F1D1E-BA4B-4FBA-9ABE-739DBF582930}" type="sibTrans" cxnId="{65619EE3-31D2-44C3-9753-2D25E82ABC7D}">
      <dgm:prSet/>
      <dgm:spPr/>
      <dgm:t>
        <a:bodyPr/>
        <a:lstStyle/>
        <a:p>
          <a:endParaRPr lang="en-US"/>
        </a:p>
      </dgm:t>
    </dgm:pt>
    <dgm:pt modelId="{FB16F850-44B9-434C-A238-BE2B038B571C}" type="pres">
      <dgm:prSet presAssocID="{8840A951-6534-4B4C-91C9-0B3CA17F5165}" presName="linear" presStyleCnt="0">
        <dgm:presLayoutVars>
          <dgm:animLvl val="lvl"/>
          <dgm:resizeHandles val="exact"/>
        </dgm:presLayoutVars>
      </dgm:prSet>
      <dgm:spPr/>
    </dgm:pt>
    <dgm:pt modelId="{F08AC25A-0CBA-4D87-B3AF-72A2F485DF5B}" type="pres">
      <dgm:prSet presAssocID="{0FB133D4-AD41-4AD6-92AC-240EEE6CE6C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B204E5C-D212-4391-9071-CBD20BD37CE2}" type="pres">
      <dgm:prSet presAssocID="{CB1FEDB1-3826-4FEF-9A3E-CFF99990DD2D}" presName="spacer" presStyleCnt="0"/>
      <dgm:spPr/>
    </dgm:pt>
    <dgm:pt modelId="{EBB16FEF-A316-4FF7-86A5-A2BBC7747A49}" type="pres">
      <dgm:prSet presAssocID="{3C6FF69A-A17B-4F9F-AE83-7E0A3BE8329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8588427-4CFF-444F-A909-2A56973CE1D3}" type="pres">
      <dgm:prSet presAssocID="{FE0B132B-36DF-4FEF-AAF8-1A8C4C1C08BC}" presName="spacer" presStyleCnt="0"/>
      <dgm:spPr/>
    </dgm:pt>
    <dgm:pt modelId="{D3AEFE58-D33D-47C7-B411-1192DA170F5E}" type="pres">
      <dgm:prSet presAssocID="{7C2B02E5-371F-42A9-9627-9F64537945E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ABB7B8D-6BA5-40BB-9D37-1D98E51C4C9A}" type="pres">
      <dgm:prSet presAssocID="{BBBC46A9-9ACB-451D-AF27-AB76BCC461E5}" presName="spacer" presStyleCnt="0"/>
      <dgm:spPr/>
    </dgm:pt>
    <dgm:pt modelId="{77558D38-74A0-4388-8026-7BAF43D37109}" type="pres">
      <dgm:prSet presAssocID="{A0254FB1-870D-4320-9CE5-F305B4D9536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6AC4DA6-5E62-446D-AD35-F2906BDF1AB5}" type="pres">
      <dgm:prSet presAssocID="{E67C6339-F937-4129-8DBC-34C9C1E6B6D5}" presName="spacer" presStyleCnt="0"/>
      <dgm:spPr/>
    </dgm:pt>
    <dgm:pt modelId="{3C381F13-4678-4619-9112-FF803DC2B7F2}" type="pres">
      <dgm:prSet presAssocID="{09E2B9A2-F2B9-4698-8FAA-50AE3C0B2B7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2CC9F0E-6F7D-4A15-9EF1-D45F3E598258}" srcId="{8840A951-6534-4B4C-91C9-0B3CA17F5165}" destId="{3C6FF69A-A17B-4F9F-AE83-7E0A3BE8329F}" srcOrd="1" destOrd="0" parTransId="{9441A46C-7963-41E9-A2A4-C6FF51B9EED9}" sibTransId="{FE0B132B-36DF-4FEF-AAF8-1A8C4C1C08BC}"/>
    <dgm:cxn modelId="{8388201A-3B8F-409C-984C-9A6E4608CB31}" type="presOf" srcId="{09E2B9A2-F2B9-4698-8FAA-50AE3C0B2B78}" destId="{3C381F13-4678-4619-9112-FF803DC2B7F2}" srcOrd="0" destOrd="0" presId="urn:microsoft.com/office/officeart/2005/8/layout/vList2"/>
    <dgm:cxn modelId="{D6BD4B33-9744-4173-A3F8-574E7BA3D432}" type="presOf" srcId="{A0254FB1-870D-4320-9CE5-F305B4D9536C}" destId="{77558D38-74A0-4388-8026-7BAF43D37109}" srcOrd="0" destOrd="0" presId="urn:microsoft.com/office/officeart/2005/8/layout/vList2"/>
    <dgm:cxn modelId="{54C02F35-0871-4BE8-B8AC-82BD3F9439FB}" srcId="{8840A951-6534-4B4C-91C9-0B3CA17F5165}" destId="{A0254FB1-870D-4320-9CE5-F305B4D9536C}" srcOrd="3" destOrd="0" parTransId="{3950652F-6375-432B-8CB3-FA89D2C9EEB9}" sibTransId="{E67C6339-F937-4129-8DBC-34C9C1E6B6D5}"/>
    <dgm:cxn modelId="{5582103E-6182-469A-A396-0524C1B45D02}" type="presOf" srcId="{7C2B02E5-371F-42A9-9627-9F64537945EB}" destId="{D3AEFE58-D33D-47C7-B411-1192DA170F5E}" srcOrd="0" destOrd="0" presId="urn:microsoft.com/office/officeart/2005/8/layout/vList2"/>
    <dgm:cxn modelId="{17114857-10B4-4D1D-B6FD-F304ABD6D956}" type="presOf" srcId="{0FB133D4-AD41-4AD6-92AC-240EEE6CE6C6}" destId="{F08AC25A-0CBA-4D87-B3AF-72A2F485DF5B}" srcOrd="0" destOrd="0" presId="urn:microsoft.com/office/officeart/2005/8/layout/vList2"/>
    <dgm:cxn modelId="{EA073492-A41E-44DF-B0A2-467283122752}" type="presOf" srcId="{3C6FF69A-A17B-4F9F-AE83-7E0A3BE8329F}" destId="{EBB16FEF-A316-4FF7-86A5-A2BBC7747A49}" srcOrd="0" destOrd="0" presId="urn:microsoft.com/office/officeart/2005/8/layout/vList2"/>
    <dgm:cxn modelId="{6C14B9AC-D876-4863-AD03-76851B77F6E2}" type="presOf" srcId="{8840A951-6534-4B4C-91C9-0B3CA17F5165}" destId="{FB16F850-44B9-434C-A238-BE2B038B571C}" srcOrd="0" destOrd="0" presId="urn:microsoft.com/office/officeart/2005/8/layout/vList2"/>
    <dgm:cxn modelId="{7FCC6BC5-E649-48B7-945F-1ECC57943765}" srcId="{8840A951-6534-4B4C-91C9-0B3CA17F5165}" destId="{7C2B02E5-371F-42A9-9627-9F64537945EB}" srcOrd="2" destOrd="0" parTransId="{40F4E777-DFBC-489B-B9F7-458C0825E6BC}" sibTransId="{BBBC46A9-9ACB-451D-AF27-AB76BCC461E5}"/>
    <dgm:cxn modelId="{898E8ECC-658B-425E-9EC9-ED4B9CD83BE9}" srcId="{8840A951-6534-4B4C-91C9-0B3CA17F5165}" destId="{0FB133D4-AD41-4AD6-92AC-240EEE6CE6C6}" srcOrd="0" destOrd="0" parTransId="{A44E661A-F67C-4887-A9A5-8D06DC8B19CE}" sibTransId="{CB1FEDB1-3826-4FEF-9A3E-CFF99990DD2D}"/>
    <dgm:cxn modelId="{65619EE3-31D2-44C3-9753-2D25E82ABC7D}" srcId="{8840A951-6534-4B4C-91C9-0B3CA17F5165}" destId="{09E2B9A2-F2B9-4698-8FAA-50AE3C0B2B78}" srcOrd="4" destOrd="0" parTransId="{3473E682-5A3B-4653-AF29-B8BE8A0AEAAF}" sibTransId="{352F1D1E-BA4B-4FBA-9ABE-739DBF582930}"/>
    <dgm:cxn modelId="{B64A090C-642A-4B49-9715-4B34B8312DD1}" type="presParOf" srcId="{FB16F850-44B9-434C-A238-BE2B038B571C}" destId="{F08AC25A-0CBA-4D87-B3AF-72A2F485DF5B}" srcOrd="0" destOrd="0" presId="urn:microsoft.com/office/officeart/2005/8/layout/vList2"/>
    <dgm:cxn modelId="{5FE9B034-2B47-4D08-BC30-326815DEF451}" type="presParOf" srcId="{FB16F850-44B9-434C-A238-BE2B038B571C}" destId="{8B204E5C-D212-4391-9071-CBD20BD37CE2}" srcOrd="1" destOrd="0" presId="urn:microsoft.com/office/officeart/2005/8/layout/vList2"/>
    <dgm:cxn modelId="{264E48F9-4DF7-4A16-A1E7-88E4B8EA7F12}" type="presParOf" srcId="{FB16F850-44B9-434C-A238-BE2B038B571C}" destId="{EBB16FEF-A316-4FF7-86A5-A2BBC7747A49}" srcOrd="2" destOrd="0" presId="urn:microsoft.com/office/officeart/2005/8/layout/vList2"/>
    <dgm:cxn modelId="{F03D5711-9DAE-4EAF-8FB5-BA846CA50F4F}" type="presParOf" srcId="{FB16F850-44B9-434C-A238-BE2B038B571C}" destId="{B8588427-4CFF-444F-A909-2A56973CE1D3}" srcOrd="3" destOrd="0" presId="urn:microsoft.com/office/officeart/2005/8/layout/vList2"/>
    <dgm:cxn modelId="{EB0FD02D-3FD6-4AEF-80F2-DB81170AE0A9}" type="presParOf" srcId="{FB16F850-44B9-434C-A238-BE2B038B571C}" destId="{D3AEFE58-D33D-47C7-B411-1192DA170F5E}" srcOrd="4" destOrd="0" presId="urn:microsoft.com/office/officeart/2005/8/layout/vList2"/>
    <dgm:cxn modelId="{48F6A8FC-09CB-45F5-A8B7-DEDD1A3D2F81}" type="presParOf" srcId="{FB16F850-44B9-434C-A238-BE2B038B571C}" destId="{9ABB7B8D-6BA5-40BB-9D37-1D98E51C4C9A}" srcOrd="5" destOrd="0" presId="urn:microsoft.com/office/officeart/2005/8/layout/vList2"/>
    <dgm:cxn modelId="{BBB5D6C4-C653-4223-82A3-4F87DE92F8BE}" type="presParOf" srcId="{FB16F850-44B9-434C-A238-BE2B038B571C}" destId="{77558D38-74A0-4388-8026-7BAF43D37109}" srcOrd="6" destOrd="0" presId="urn:microsoft.com/office/officeart/2005/8/layout/vList2"/>
    <dgm:cxn modelId="{65EBBC46-E2D9-41FC-B0B4-1BB6D20A8A01}" type="presParOf" srcId="{FB16F850-44B9-434C-A238-BE2B038B571C}" destId="{06AC4DA6-5E62-446D-AD35-F2906BDF1AB5}" srcOrd="7" destOrd="0" presId="urn:microsoft.com/office/officeart/2005/8/layout/vList2"/>
    <dgm:cxn modelId="{784CA45D-9285-4D65-BFFC-9B2494A7F641}" type="presParOf" srcId="{FB16F850-44B9-434C-A238-BE2B038B571C}" destId="{3C381F13-4678-4619-9112-FF803DC2B7F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4B7328-B5C0-426E-BC33-EA5B16BC0BA1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05B712C-29B4-4912-871E-C8498E1CE8DC}">
      <dgm:prSet/>
      <dgm:spPr/>
      <dgm:t>
        <a:bodyPr/>
        <a:lstStyle/>
        <a:p>
          <a:r>
            <a:rPr lang="en-US"/>
            <a:t>• Elegant and intuitive UI for seamless interaction.</a:t>
          </a:r>
        </a:p>
      </dgm:t>
    </dgm:pt>
    <dgm:pt modelId="{F9285D33-3859-4D4F-B7CC-215BEABFB759}" type="parTrans" cxnId="{43E8EA39-8451-4AE2-B65E-81843E99489F}">
      <dgm:prSet/>
      <dgm:spPr/>
      <dgm:t>
        <a:bodyPr/>
        <a:lstStyle/>
        <a:p>
          <a:endParaRPr lang="en-US"/>
        </a:p>
      </dgm:t>
    </dgm:pt>
    <dgm:pt modelId="{6574F2A5-F5D5-47B3-A23B-85E735F3D6D8}" type="sibTrans" cxnId="{43E8EA39-8451-4AE2-B65E-81843E99489F}">
      <dgm:prSet/>
      <dgm:spPr/>
      <dgm:t>
        <a:bodyPr/>
        <a:lstStyle/>
        <a:p>
          <a:endParaRPr lang="en-US"/>
        </a:p>
      </dgm:t>
    </dgm:pt>
    <dgm:pt modelId="{B7B40DB9-0E4A-41F6-911D-26011F3B25B7}">
      <dgm:prSet/>
      <dgm:spPr/>
      <dgm:t>
        <a:bodyPr/>
        <a:lstStyle/>
        <a:p>
          <a:r>
            <a:rPr lang="en-US"/>
            <a:t>• Uses custom CSS for enhanced styling.</a:t>
          </a:r>
        </a:p>
      </dgm:t>
    </dgm:pt>
    <dgm:pt modelId="{41E8ADD5-7E05-401C-BFB0-2A1AAF33C2DB}" type="parTrans" cxnId="{E67396FB-0804-4AB6-B1B6-60DAFA1474A5}">
      <dgm:prSet/>
      <dgm:spPr/>
      <dgm:t>
        <a:bodyPr/>
        <a:lstStyle/>
        <a:p>
          <a:endParaRPr lang="en-US"/>
        </a:p>
      </dgm:t>
    </dgm:pt>
    <dgm:pt modelId="{2DA79FA0-1DE7-4200-BDC5-FB68CA35AC0B}" type="sibTrans" cxnId="{E67396FB-0804-4AB6-B1B6-60DAFA1474A5}">
      <dgm:prSet/>
      <dgm:spPr/>
      <dgm:t>
        <a:bodyPr/>
        <a:lstStyle/>
        <a:p>
          <a:endParaRPr lang="en-US"/>
        </a:p>
      </dgm:t>
    </dgm:pt>
    <dgm:pt modelId="{92899A40-507A-4E40-9B74-B02DB17BC00F}">
      <dgm:prSet/>
      <dgm:spPr/>
      <dgm:t>
        <a:bodyPr/>
        <a:lstStyle/>
        <a:p>
          <a:r>
            <a:rPr lang="en-US"/>
            <a:t>• Displays an image, input box, and summary results in a clean format.</a:t>
          </a:r>
        </a:p>
      </dgm:t>
    </dgm:pt>
    <dgm:pt modelId="{11846B45-462C-49FD-ABF9-7BDDD75BF814}" type="parTrans" cxnId="{38A997AA-DDBC-4B44-AE9C-59951716945B}">
      <dgm:prSet/>
      <dgm:spPr/>
      <dgm:t>
        <a:bodyPr/>
        <a:lstStyle/>
        <a:p>
          <a:endParaRPr lang="en-US"/>
        </a:p>
      </dgm:t>
    </dgm:pt>
    <dgm:pt modelId="{1118D709-1A9C-41A5-A6BC-C4D8765CDBD3}" type="sibTrans" cxnId="{38A997AA-DDBC-4B44-AE9C-59951716945B}">
      <dgm:prSet/>
      <dgm:spPr/>
      <dgm:t>
        <a:bodyPr/>
        <a:lstStyle/>
        <a:p>
          <a:endParaRPr lang="en-US"/>
        </a:p>
      </dgm:t>
    </dgm:pt>
    <dgm:pt modelId="{B8F4C04E-D8E8-446B-97C7-87997217BC4E}" type="pres">
      <dgm:prSet presAssocID="{624B7328-B5C0-426E-BC33-EA5B16BC0BA1}" presName="vert0" presStyleCnt="0">
        <dgm:presLayoutVars>
          <dgm:dir/>
          <dgm:animOne val="branch"/>
          <dgm:animLvl val="lvl"/>
        </dgm:presLayoutVars>
      </dgm:prSet>
      <dgm:spPr/>
    </dgm:pt>
    <dgm:pt modelId="{8D68CC63-77DD-41D3-B096-7C5DAAF5F2A1}" type="pres">
      <dgm:prSet presAssocID="{105B712C-29B4-4912-871E-C8498E1CE8DC}" presName="thickLine" presStyleLbl="alignNode1" presStyleIdx="0" presStyleCnt="3"/>
      <dgm:spPr/>
    </dgm:pt>
    <dgm:pt modelId="{A6642FD4-B61E-4D35-BF3E-5E59715AFE8A}" type="pres">
      <dgm:prSet presAssocID="{105B712C-29B4-4912-871E-C8498E1CE8DC}" presName="horz1" presStyleCnt="0"/>
      <dgm:spPr/>
    </dgm:pt>
    <dgm:pt modelId="{17423F58-66B4-4AEB-9BA0-7834A9C91A83}" type="pres">
      <dgm:prSet presAssocID="{105B712C-29B4-4912-871E-C8498E1CE8DC}" presName="tx1" presStyleLbl="revTx" presStyleIdx="0" presStyleCnt="3"/>
      <dgm:spPr/>
    </dgm:pt>
    <dgm:pt modelId="{00C7C42E-5279-4207-8E2E-886082E48CA1}" type="pres">
      <dgm:prSet presAssocID="{105B712C-29B4-4912-871E-C8498E1CE8DC}" presName="vert1" presStyleCnt="0"/>
      <dgm:spPr/>
    </dgm:pt>
    <dgm:pt modelId="{433520DB-2ED4-4F96-ADF1-5C233252F4D9}" type="pres">
      <dgm:prSet presAssocID="{B7B40DB9-0E4A-41F6-911D-26011F3B25B7}" presName="thickLine" presStyleLbl="alignNode1" presStyleIdx="1" presStyleCnt="3"/>
      <dgm:spPr/>
    </dgm:pt>
    <dgm:pt modelId="{5A10BEA3-334E-4523-B0C5-D28726573D35}" type="pres">
      <dgm:prSet presAssocID="{B7B40DB9-0E4A-41F6-911D-26011F3B25B7}" presName="horz1" presStyleCnt="0"/>
      <dgm:spPr/>
    </dgm:pt>
    <dgm:pt modelId="{FDA43C32-D792-4EE4-A603-1DA460F06A16}" type="pres">
      <dgm:prSet presAssocID="{B7B40DB9-0E4A-41F6-911D-26011F3B25B7}" presName="tx1" presStyleLbl="revTx" presStyleIdx="1" presStyleCnt="3"/>
      <dgm:spPr/>
    </dgm:pt>
    <dgm:pt modelId="{049C6FFA-F6EA-46E1-8905-BFC064169FBE}" type="pres">
      <dgm:prSet presAssocID="{B7B40DB9-0E4A-41F6-911D-26011F3B25B7}" presName="vert1" presStyleCnt="0"/>
      <dgm:spPr/>
    </dgm:pt>
    <dgm:pt modelId="{F04296C5-1118-48B7-B5BF-37315E4887DF}" type="pres">
      <dgm:prSet presAssocID="{92899A40-507A-4E40-9B74-B02DB17BC00F}" presName="thickLine" presStyleLbl="alignNode1" presStyleIdx="2" presStyleCnt="3"/>
      <dgm:spPr/>
    </dgm:pt>
    <dgm:pt modelId="{8F1C3A4A-96FD-4C05-AE68-F3054FFC2554}" type="pres">
      <dgm:prSet presAssocID="{92899A40-507A-4E40-9B74-B02DB17BC00F}" presName="horz1" presStyleCnt="0"/>
      <dgm:spPr/>
    </dgm:pt>
    <dgm:pt modelId="{35220B25-9A21-427C-901C-49FEFC410637}" type="pres">
      <dgm:prSet presAssocID="{92899A40-507A-4E40-9B74-B02DB17BC00F}" presName="tx1" presStyleLbl="revTx" presStyleIdx="2" presStyleCnt="3"/>
      <dgm:spPr/>
    </dgm:pt>
    <dgm:pt modelId="{65F70CEB-38ED-4688-A204-F7D9F25BF198}" type="pres">
      <dgm:prSet presAssocID="{92899A40-507A-4E40-9B74-B02DB17BC00F}" presName="vert1" presStyleCnt="0"/>
      <dgm:spPr/>
    </dgm:pt>
  </dgm:ptLst>
  <dgm:cxnLst>
    <dgm:cxn modelId="{43E8EA39-8451-4AE2-B65E-81843E99489F}" srcId="{624B7328-B5C0-426E-BC33-EA5B16BC0BA1}" destId="{105B712C-29B4-4912-871E-C8498E1CE8DC}" srcOrd="0" destOrd="0" parTransId="{F9285D33-3859-4D4F-B7CC-215BEABFB759}" sibTransId="{6574F2A5-F5D5-47B3-A23B-85E735F3D6D8}"/>
    <dgm:cxn modelId="{B75E5A52-5B56-42AC-A318-5FF5C2821C00}" type="presOf" srcId="{624B7328-B5C0-426E-BC33-EA5B16BC0BA1}" destId="{B8F4C04E-D8E8-446B-97C7-87997217BC4E}" srcOrd="0" destOrd="0" presId="urn:microsoft.com/office/officeart/2008/layout/LinedList"/>
    <dgm:cxn modelId="{EF220C53-C022-41AD-8DDC-D9615FDC8D25}" type="presOf" srcId="{B7B40DB9-0E4A-41F6-911D-26011F3B25B7}" destId="{FDA43C32-D792-4EE4-A603-1DA460F06A16}" srcOrd="0" destOrd="0" presId="urn:microsoft.com/office/officeart/2008/layout/LinedList"/>
    <dgm:cxn modelId="{38A997AA-DDBC-4B44-AE9C-59951716945B}" srcId="{624B7328-B5C0-426E-BC33-EA5B16BC0BA1}" destId="{92899A40-507A-4E40-9B74-B02DB17BC00F}" srcOrd="2" destOrd="0" parTransId="{11846B45-462C-49FD-ABF9-7BDDD75BF814}" sibTransId="{1118D709-1A9C-41A5-A6BC-C4D8765CDBD3}"/>
    <dgm:cxn modelId="{672DDFCC-AC39-4DA6-9257-1BA6FC95D7E8}" type="presOf" srcId="{105B712C-29B4-4912-871E-C8498E1CE8DC}" destId="{17423F58-66B4-4AEB-9BA0-7834A9C91A83}" srcOrd="0" destOrd="0" presId="urn:microsoft.com/office/officeart/2008/layout/LinedList"/>
    <dgm:cxn modelId="{A5D607D8-F5DB-48FF-9A89-1DA26597C32F}" type="presOf" srcId="{92899A40-507A-4E40-9B74-B02DB17BC00F}" destId="{35220B25-9A21-427C-901C-49FEFC410637}" srcOrd="0" destOrd="0" presId="urn:microsoft.com/office/officeart/2008/layout/LinedList"/>
    <dgm:cxn modelId="{E67396FB-0804-4AB6-B1B6-60DAFA1474A5}" srcId="{624B7328-B5C0-426E-BC33-EA5B16BC0BA1}" destId="{B7B40DB9-0E4A-41F6-911D-26011F3B25B7}" srcOrd="1" destOrd="0" parTransId="{41E8ADD5-7E05-401C-BFB0-2A1AAF33C2DB}" sibTransId="{2DA79FA0-1DE7-4200-BDC5-FB68CA35AC0B}"/>
    <dgm:cxn modelId="{F719A8D7-D2CD-417C-A938-9332C6F3DC0A}" type="presParOf" srcId="{B8F4C04E-D8E8-446B-97C7-87997217BC4E}" destId="{8D68CC63-77DD-41D3-B096-7C5DAAF5F2A1}" srcOrd="0" destOrd="0" presId="urn:microsoft.com/office/officeart/2008/layout/LinedList"/>
    <dgm:cxn modelId="{531B3B1E-1FAC-43C8-8AA4-CBA715E78395}" type="presParOf" srcId="{B8F4C04E-D8E8-446B-97C7-87997217BC4E}" destId="{A6642FD4-B61E-4D35-BF3E-5E59715AFE8A}" srcOrd="1" destOrd="0" presId="urn:microsoft.com/office/officeart/2008/layout/LinedList"/>
    <dgm:cxn modelId="{C120FFA8-CF3D-4933-8A07-108752B06536}" type="presParOf" srcId="{A6642FD4-B61E-4D35-BF3E-5E59715AFE8A}" destId="{17423F58-66B4-4AEB-9BA0-7834A9C91A83}" srcOrd="0" destOrd="0" presId="urn:microsoft.com/office/officeart/2008/layout/LinedList"/>
    <dgm:cxn modelId="{70B8E780-06AA-4F67-9583-AFC772D2C7B1}" type="presParOf" srcId="{A6642FD4-B61E-4D35-BF3E-5E59715AFE8A}" destId="{00C7C42E-5279-4207-8E2E-886082E48CA1}" srcOrd="1" destOrd="0" presId="urn:microsoft.com/office/officeart/2008/layout/LinedList"/>
    <dgm:cxn modelId="{205BFB12-CA63-4A9B-9026-E97F88495DD5}" type="presParOf" srcId="{B8F4C04E-D8E8-446B-97C7-87997217BC4E}" destId="{433520DB-2ED4-4F96-ADF1-5C233252F4D9}" srcOrd="2" destOrd="0" presId="urn:microsoft.com/office/officeart/2008/layout/LinedList"/>
    <dgm:cxn modelId="{FE63825D-9237-4503-A48E-06FD17107D66}" type="presParOf" srcId="{B8F4C04E-D8E8-446B-97C7-87997217BC4E}" destId="{5A10BEA3-334E-4523-B0C5-D28726573D35}" srcOrd="3" destOrd="0" presId="urn:microsoft.com/office/officeart/2008/layout/LinedList"/>
    <dgm:cxn modelId="{B431494D-A8A1-433B-94E7-02F819719156}" type="presParOf" srcId="{5A10BEA3-334E-4523-B0C5-D28726573D35}" destId="{FDA43C32-D792-4EE4-A603-1DA460F06A16}" srcOrd="0" destOrd="0" presId="urn:microsoft.com/office/officeart/2008/layout/LinedList"/>
    <dgm:cxn modelId="{38E77AD6-F059-4406-99EE-691F6DA1DFBB}" type="presParOf" srcId="{5A10BEA3-334E-4523-B0C5-D28726573D35}" destId="{049C6FFA-F6EA-46E1-8905-BFC064169FBE}" srcOrd="1" destOrd="0" presId="urn:microsoft.com/office/officeart/2008/layout/LinedList"/>
    <dgm:cxn modelId="{539865A8-BB53-453E-A61B-B07C022AAA81}" type="presParOf" srcId="{B8F4C04E-D8E8-446B-97C7-87997217BC4E}" destId="{F04296C5-1118-48B7-B5BF-37315E4887DF}" srcOrd="4" destOrd="0" presId="urn:microsoft.com/office/officeart/2008/layout/LinedList"/>
    <dgm:cxn modelId="{4964EC91-6742-4293-BBF9-296A838C9229}" type="presParOf" srcId="{B8F4C04E-D8E8-446B-97C7-87997217BC4E}" destId="{8F1C3A4A-96FD-4C05-AE68-F3054FFC2554}" srcOrd="5" destOrd="0" presId="urn:microsoft.com/office/officeart/2008/layout/LinedList"/>
    <dgm:cxn modelId="{4E2E9A90-2A15-4204-9E88-AF5A97936DB3}" type="presParOf" srcId="{8F1C3A4A-96FD-4C05-AE68-F3054FFC2554}" destId="{35220B25-9A21-427C-901C-49FEFC410637}" srcOrd="0" destOrd="0" presId="urn:microsoft.com/office/officeart/2008/layout/LinedList"/>
    <dgm:cxn modelId="{EE2E0AE0-EF9D-43D2-892C-2ED688D59BD9}" type="presParOf" srcId="{8F1C3A4A-96FD-4C05-AE68-F3054FFC2554}" destId="{65F70CEB-38ED-4688-A204-F7D9F25BF19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CC3BB39-0C4C-4851-9DA6-C7D986F3FF8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7737FD0-3206-44EC-8BFE-1D49D73611DE}">
      <dgm:prSet/>
      <dgm:spPr/>
      <dgm:t>
        <a:bodyPr/>
        <a:lstStyle/>
        <a:p>
          <a:pPr>
            <a:defRPr cap="all"/>
          </a:pPr>
          <a:r>
            <a:rPr lang="en-US"/>
            <a:t>• Implements a simple login system using Streamlit session state.</a:t>
          </a:r>
        </a:p>
      </dgm:t>
    </dgm:pt>
    <dgm:pt modelId="{24AAA3EB-3144-40AC-953F-52AF6B77E63E}" type="parTrans" cxnId="{BBB0A8AF-32C7-473D-B5EB-7BD2BAE90B98}">
      <dgm:prSet/>
      <dgm:spPr/>
      <dgm:t>
        <a:bodyPr/>
        <a:lstStyle/>
        <a:p>
          <a:endParaRPr lang="en-US"/>
        </a:p>
      </dgm:t>
    </dgm:pt>
    <dgm:pt modelId="{5FB395D9-5063-4AC1-8B6F-79C358E96CC6}" type="sibTrans" cxnId="{BBB0A8AF-32C7-473D-B5EB-7BD2BAE90B98}">
      <dgm:prSet/>
      <dgm:spPr/>
      <dgm:t>
        <a:bodyPr/>
        <a:lstStyle/>
        <a:p>
          <a:endParaRPr lang="en-US"/>
        </a:p>
      </dgm:t>
    </dgm:pt>
    <dgm:pt modelId="{9BAA88DE-1EEA-4E6A-9E31-DBEC2CF1069D}">
      <dgm:prSet/>
      <dgm:spPr/>
      <dgm:t>
        <a:bodyPr/>
        <a:lstStyle/>
        <a:p>
          <a:pPr>
            <a:defRPr cap="all"/>
          </a:pPr>
          <a:r>
            <a:rPr lang="en-US"/>
            <a:t>• Credentials stored securely for controlled access.</a:t>
          </a:r>
        </a:p>
      </dgm:t>
    </dgm:pt>
    <dgm:pt modelId="{0681E242-3C4F-423B-880F-8AC47FCF0D56}" type="parTrans" cxnId="{291543D1-225B-4070-A056-9DD4E6EB6B8A}">
      <dgm:prSet/>
      <dgm:spPr/>
      <dgm:t>
        <a:bodyPr/>
        <a:lstStyle/>
        <a:p>
          <a:endParaRPr lang="en-US"/>
        </a:p>
      </dgm:t>
    </dgm:pt>
    <dgm:pt modelId="{3668C3FA-59D7-4BDD-B884-F3F8B2568533}" type="sibTrans" cxnId="{291543D1-225B-4070-A056-9DD4E6EB6B8A}">
      <dgm:prSet/>
      <dgm:spPr/>
      <dgm:t>
        <a:bodyPr/>
        <a:lstStyle/>
        <a:p>
          <a:endParaRPr lang="en-US"/>
        </a:p>
      </dgm:t>
    </dgm:pt>
    <dgm:pt modelId="{576CCDE1-C43D-4E8D-AEC5-87265C634BFD}">
      <dgm:prSet/>
      <dgm:spPr/>
      <dgm:t>
        <a:bodyPr/>
        <a:lstStyle/>
        <a:p>
          <a:pPr>
            <a:defRPr cap="all"/>
          </a:pPr>
          <a:r>
            <a:rPr lang="en-US"/>
            <a:t>• Ensures only authorized users can use the tool.</a:t>
          </a:r>
        </a:p>
      </dgm:t>
    </dgm:pt>
    <dgm:pt modelId="{D185CD1D-3556-4600-B854-B31A7D5880EA}" type="parTrans" cxnId="{6709569F-0EB6-46CB-82C0-61E3DBA9CBFD}">
      <dgm:prSet/>
      <dgm:spPr/>
      <dgm:t>
        <a:bodyPr/>
        <a:lstStyle/>
        <a:p>
          <a:endParaRPr lang="en-US"/>
        </a:p>
      </dgm:t>
    </dgm:pt>
    <dgm:pt modelId="{236BB499-723E-4AB7-B96F-BF93401EA557}" type="sibTrans" cxnId="{6709569F-0EB6-46CB-82C0-61E3DBA9CBFD}">
      <dgm:prSet/>
      <dgm:spPr/>
      <dgm:t>
        <a:bodyPr/>
        <a:lstStyle/>
        <a:p>
          <a:endParaRPr lang="en-US"/>
        </a:p>
      </dgm:t>
    </dgm:pt>
    <dgm:pt modelId="{CB57AA5D-D440-4633-8488-0E675DAB9720}" type="pres">
      <dgm:prSet presAssocID="{2CC3BB39-0C4C-4851-9DA6-C7D986F3FF84}" presName="root" presStyleCnt="0">
        <dgm:presLayoutVars>
          <dgm:dir/>
          <dgm:resizeHandles val="exact"/>
        </dgm:presLayoutVars>
      </dgm:prSet>
      <dgm:spPr/>
    </dgm:pt>
    <dgm:pt modelId="{D538DE86-2790-4343-A779-294F78DD0C64}" type="pres">
      <dgm:prSet presAssocID="{17737FD0-3206-44EC-8BFE-1D49D73611DE}" presName="compNode" presStyleCnt="0"/>
      <dgm:spPr/>
    </dgm:pt>
    <dgm:pt modelId="{48BB734C-77A6-4F77-83B6-A7BC903D339E}" type="pres">
      <dgm:prSet presAssocID="{17737FD0-3206-44EC-8BFE-1D49D73611DE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11F1397-658C-4F90-9BC7-3DE2549D7AA4}" type="pres">
      <dgm:prSet presAssocID="{17737FD0-3206-44EC-8BFE-1D49D73611D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84325178-876A-46EE-AC7B-F47D05C7E63B}" type="pres">
      <dgm:prSet presAssocID="{17737FD0-3206-44EC-8BFE-1D49D73611DE}" presName="spaceRect" presStyleCnt="0"/>
      <dgm:spPr/>
    </dgm:pt>
    <dgm:pt modelId="{CDF2E880-ABBD-4203-BB01-A83B78F1E91B}" type="pres">
      <dgm:prSet presAssocID="{17737FD0-3206-44EC-8BFE-1D49D73611DE}" presName="textRect" presStyleLbl="revTx" presStyleIdx="0" presStyleCnt="3">
        <dgm:presLayoutVars>
          <dgm:chMax val="1"/>
          <dgm:chPref val="1"/>
        </dgm:presLayoutVars>
      </dgm:prSet>
      <dgm:spPr/>
    </dgm:pt>
    <dgm:pt modelId="{8A842346-9C30-42F9-8820-DD1B2C4B541E}" type="pres">
      <dgm:prSet presAssocID="{5FB395D9-5063-4AC1-8B6F-79C358E96CC6}" presName="sibTrans" presStyleCnt="0"/>
      <dgm:spPr/>
    </dgm:pt>
    <dgm:pt modelId="{A4C7ED9D-DAF8-43DA-B441-0A5C8F5358FD}" type="pres">
      <dgm:prSet presAssocID="{9BAA88DE-1EEA-4E6A-9E31-DBEC2CF1069D}" presName="compNode" presStyleCnt="0"/>
      <dgm:spPr/>
    </dgm:pt>
    <dgm:pt modelId="{1F54A3BD-1BE5-4F04-947F-A5F19BD4737A}" type="pres">
      <dgm:prSet presAssocID="{9BAA88DE-1EEA-4E6A-9E31-DBEC2CF1069D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1D57541-3330-4600-81E7-7DC9E098333E}" type="pres">
      <dgm:prSet presAssocID="{9BAA88DE-1EEA-4E6A-9E31-DBEC2CF1069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5D27ABD9-ED48-45DC-9D85-A391E959AA74}" type="pres">
      <dgm:prSet presAssocID="{9BAA88DE-1EEA-4E6A-9E31-DBEC2CF1069D}" presName="spaceRect" presStyleCnt="0"/>
      <dgm:spPr/>
    </dgm:pt>
    <dgm:pt modelId="{9085BB5F-3A26-4677-B6FE-D7D36E89C0DF}" type="pres">
      <dgm:prSet presAssocID="{9BAA88DE-1EEA-4E6A-9E31-DBEC2CF1069D}" presName="textRect" presStyleLbl="revTx" presStyleIdx="1" presStyleCnt="3">
        <dgm:presLayoutVars>
          <dgm:chMax val="1"/>
          <dgm:chPref val="1"/>
        </dgm:presLayoutVars>
      </dgm:prSet>
      <dgm:spPr/>
    </dgm:pt>
    <dgm:pt modelId="{712183F3-A288-4734-83E6-E6EC639A135A}" type="pres">
      <dgm:prSet presAssocID="{3668C3FA-59D7-4BDD-B884-F3F8B2568533}" presName="sibTrans" presStyleCnt="0"/>
      <dgm:spPr/>
    </dgm:pt>
    <dgm:pt modelId="{4C0A9208-2FA2-47A0-951C-9E2B9382F390}" type="pres">
      <dgm:prSet presAssocID="{576CCDE1-C43D-4E8D-AEC5-87265C634BFD}" presName="compNode" presStyleCnt="0"/>
      <dgm:spPr/>
    </dgm:pt>
    <dgm:pt modelId="{D82D8BA4-48DF-4353-975F-5C1ABBE1618E}" type="pres">
      <dgm:prSet presAssocID="{576CCDE1-C43D-4E8D-AEC5-87265C634BFD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FEC6959-2901-47E0-8125-378D2CF680E4}" type="pres">
      <dgm:prSet presAssocID="{576CCDE1-C43D-4E8D-AEC5-87265C634BF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1C1B6FA0-B486-4B48-A829-A9E6219BC010}" type="pres">
      <dgm:prSet presAssocID="{576CCDE1-C43D-4E8D-AEC5-87265C634BFD}" presName="spaceRect" presStyleCnt="0"/>
      <dgm:spPr/>
    </dgm:pt>
    <dgm:pt modelId="{66A1F290-D087-4948-BE1A-38AE03E9054E}" type="pres">
      <dgm:prSet presAssocID="{576CCDE1-C43D-4E8D-AEC5-87265C634BF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F1D934A-D0A7-45D1-9BC2-8944574F8101}" type="presOf" srcId="{9BAA88DE-1EEA-4E6A-9E31-DBEC2CF1069D}" destId="{9085BB5F-3A26-4677-B6FE-D7D36E89C0DF}" srcOrd="0" destOrd="0" presId="urn:microsoft.com/office/officeart/2018/5/layout/IconLeafLabelList"/>
    <dgm:cxn modelId="{C8132386-7710-434E-BFFE-CF89BBCB62FB}" type="presOf" srcId="{2CC3BB39-0C4C-4851-9DA6-C7D986F3FF84}" destId="{CB57AA5D-D440-4633-8488-0E675DAB9720}" srcOrd="0" destOrd="0" presId="urn:microsoft.com/office/officeart/2018/5/layout/IconLeafLabelList"/>
    <dgm:cxn modelId="{C5727C8E-6560-4281-96F7-C1B264E26611}" type="presOf" srcId="{576CCDE1-C43D-4E8D-AEC5-87265C634BFD}" destId="{66A1F290-D087-4948-BE1A-38AE03E9054E}" srcOrd="0" destOrd="0" presId="urn:microsoft.com/office/officeart/2018/5/layout/IconLeafLabelList"/>
    <dgm:cxn modelId="{6709569F-0EB6-46CB-82C0-61E3DBA9CBFD}" srcId="{2CC3BB39-0C4C-4851-9DA6-C7D986F3FF84}" destId="{576CCDE1-C43D-4E8D-AEC5-87265C634BFD}" srcOrd="2" destOrd="0" parTransId="{D185CD1D-3556-4600-B854-B31A7D5880EA}" sibTransId="{236BB499-723E-4AB7-B96F-BF93401EA557}"/>
    <dgm:cxn modelId="{D18EACA2-6CDE-4A01-9EAE-4485BE01A4E5}" type="presOf" srcId="{17737FD0-3206-44EC-8BFE-1D49D73611DE}" destId="{CDF2E880-ABBD-4203-BB01-A83B78F1E91B}" srcOrd="0" destOrd="0" presId="urn:microsoft.com/office/officeart/2018/5/layout/IconLeafLabelList"/>
    <dgm:cxn modelId="{BBB0A8AF-32C7-473D-B5EB-7BD2BAE90B98}" srcId="{2CC3BB39-0C4C-4851-9DA6-C7D986F3FF84}" destId="{17737FD0-3206-44EC-8BFE-1D49D73611DE}" srcOrd="0" destOrd="0" parTransId="{24AAA3EB-3144-40AC-953F-52AF6B77E63E}" sibTransId="{5FB395D9-5063-4AC1-8B6F-79C358E96CC6}"/>
    <dgm:cxn modelId="{291543D1-225B-4070-A056-9DD4E6EB6B8A}" srcId="{2CC3BB39-0C4C-4851-9DA6-C7D986F3FF84}" destId="{9BAA88DE-1EEA-4E6A-9E31-DBEC2CF1069D}" srcOrd="1" destOrd="0" parTransId="{0681E242-3C4F-423B-880F-8AC47FCF0D56}" sibTransId="{3668C3FA-59D7-4BDD-B884-F3F8B2568533}"/>
    <dgm:cxn modelId="{715450D9-2254-4142-9891-05C31FD38C98}" type="presParOf" srcId="{CB57AA5D-D440-4633-8488-0E675DAB9720}" destId="{D538DE86-2790-4343-A779-294F78DD0C64}" srcOrd="0" destOrd="0" presId="urn:microsoft.com/office/officeart/2018/5/layout/IconLeafLabelList"/>
    <dgm:cxn modelId="{BEED1C4D-08D1-4D49-B14E-577E453C2E3D}" type="presParOf" srcId="{D538DE86-2790-4343-A779-294F78DD0C64}" destId="{48BB734C-77A6-4F77-83B6-A7BC903D339E}" srcOrd="0" destOrd="0" presId="urn:microsoft.com/office/officeart/2018/5/layout/IconLeafLabelList"/>
    <dgm:cxn modelId="{3DD8FEF5-339B-475B-BE14-E181CE759A6A}" type="presParOf" srcId="{D538DE86-2790-4343-A779-294F78DD0C64}" destId="{F11F1397-658C-4F90-9BC7-3DE2549D7AA4}" srcOrd="1" destOrd="0" presId="urn:microsoft.com/office/officeart/2018/5/layout/IconLeafLabelList"/>
    <dgm:cxn modelId="{8B43BD09-0B20-4CF9-ADA4-8BF468C8809E}" type="presParOf" srcId="{D538DE86-2790-4343-A779-294F78DD0C64}" destId="{84325178-876A-46EE-AC7B-F47D05C7E63B}" srcOrd="2" destOrd="0" presId="urn:microsoft.com/office/officeart/2018/5/layout/IconLeafLabelList"/>
    <dgm:cxn modelId="{05B3BA38-DAA7-4E73-91E7-826583DAC7B4}" type="presParOf" srcId="{D538DE86-2790-4343-A779-294F78DD0C64}" destId="{CDF2E880-ABBD-4203-BB01-A83B78F1E91B}" srcOrd="3" destOrd="0" presId="urn:microsoft.com/office/officeart/2018/5/layout/IconLeafLabelList"/>
    <dgm:cxn modelId="{B7509A29-5EAD-406A-A946-A098E0B1A254}" type="presParOf" srcId="{CB57AA5D-D440-4633-8488-0E675DAB9720}" destId="{8A842346-9C30-42F9-8820-DD1B2C4B541E}" srcOrd="1" destOrd="0" presId="urn:microsoft.com/office/officeart/2018/5/layout/IconLeafLabelList"/>
    <dgm:cxn modelId="{BFBC368E-AC77-45E2-A995-B97F5462C025}" type="presParOf" srcId="{CB57AA5D-D440-4633-8488-0E675DAB9720}" destId="{A4C7ED9D-DAF8-43DA-B441-0A5C8F5358FD}" srcOrd="2" destOrd="0" presId="urn:microsoft.com/office/officeart/2018/5/layout/IconLeafLabelList"/>
    <dgm:cxn modelId="{8BC5C9FC-BBFD-4ACE-A70E-17D1CA91B810}" type="presParOf" srcId="{A4C7ED9D-DAF8-43DA-B441-0A5C8F5358FD}" destId="{1F54A3BD-1BE5-4F04-947F-A5F19BD4737A}" srcOrd="0" destOrd="0" presId="urn:microsoft.com/office/officeart/2018/5/layout/IconLeafLabelList"/>
    <dgm:cxn modelId="{1FDE9D6C-4B23-42A4-BCDD-A2E3853D43DA}" type="presParOf" srcId="{A4C7ED9D-DAF8-43DA-B441-0A5C8F5358FD}" destId="{81D57541-3330-4600-81E7-7DC9E098333E}" srcOrd="1" destOrd="0" presId="urn:microsoft.com/office/officeart/2018/5/layout/IconLeafLabelList"/>
    <dgm:cxn modelId="{0CC21574-1C7A-4EF4-BDFF-2ED1CA40449A}" type="presParOf" srcId="{A4C7ED9D-DAF8-43DA-B441-0A5C8F5358FD}" destId="{5D27ABD9-ED48-45DC-9D85-A391E959AA74}" srcOrd="2" destOrd="0" presId="urn:microsoft.com/office/officeart/2018/5/layout/IconLeafLabelList"/>
    <dgm:cxn modelId="{957BF1EE-9EB7-4172-8A84-FF0C310ECB2F}" type="presParOf" srcId="{A4C7ED9D-DAF8-43DA-B441-0A5C8F5358FD}" destId="{9085BB5F-3A26-4677-B6FE-D7D36E89C0DF}" srcOrd="3" destOrd="0" presId="urn:microsoft.com/office/officeart/2018/5/layout/IconLeafLabelList"/>
    <dgm:cxn modelId="{7F2C3539-3CA2-42DF-9618-F1716F7522A5}" type="presParOf" srcId="{CB57AA5D-D440-4633-8488-0E675DAB9720}" destId="{712183F3-A288-4734-83E6-E6EC639A135A}" srcOrd="3" destOrd="0" presId="urn:microsoft.com/office/officeart/2018/5/layout/IconLeafLabelList"/>
    <dgm:cxn modelId="{6AAD9882-A594-4225-B750-04B02A3A66C2}" type="presParOf" srcId="{CB57AA5D-D440-4633-8488-0E675DAB9720}" destId="{4C0A9208-2FA2-47A0-951C-9E2B9382F390}" srcOrd="4" destOrd="0" presId="urn:microsoft.com/office/officeart/2018/5/layout/IconLeafLabelList"/>
    <dgm:cxn modelId="{0FDFF56F-C2BB-4AF8-B3E2-7784C29995EA}" type="presParOf" srcId="{4C0A9208-2FA2-47A0-951C-9E2B9382F390}" destId="{D82D8BA4-48DF-4353-975F-5C1ABBE1618E}" srcOrd="0" destOrd="0" presId="urn:microsoft.com/office/officeart/2018/5/layout/IconLeafLabelList"/>
    <dgm:cxn modelId="{76C4E0F3-331C-4329-BDF1-210F8EB60924}" type="presParOf" srcId="{4C0A9208-2FA2-47A0-951C-9E2B9382F390}" destId="{1FEC6959-2901-47E0-8125-378D2CF680E4}" srcOrd="1" destOrd="0" presId="urn:microsoft.com/office/officeart/2018/5/layout/IconLeafLabelList"/>
    <dgm:cxn modelId="{B5EAB6C1-BB59-476D-A590-643718B86217}" type="presParOf" srcId="{4C0A9208-2FA2-47A0-951C-9E2B9382F390}" destId="{1C1B6FA0-B486-4B48-A829-A9E6219BC010}" srcOrd="2" destOrd="0" presId="urn:microsoft.com/office/officeart/2018/5/layout/IconLeafLabelList"/>
    <dgm:cxn modelId="{C99FFB8F-C1B6-4CA8-8C27-2689A9090A60}" type="presParOf" srcId="{4C0A9208-2FA2-47A0-951C-9E2B9382F390}" destId="{66A1F290-D087-4948-BE1A-38AE03E9054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E34426A-020B-46E7-9738-E862E9AF63C4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15CEA76-CE8C-4151-988A-F30D20BD57B7}">
      <dgm:prSet/>
      <dgm:spPr/>
      <dgm:t>
        <a:bodyPr/>
        <a:lstStyle/>
        <a:p>
          <a:r>
            <a:rPr lang="en-US"/>
            <a:t>1️⃣ User logs in with valid credentials.</a:t>
          </a:r>
        </a:p>
      </dgm:t>
    </dgm:pt>
    <dgm:pt modelId="{8CD36910-9BD2-4C53-AF64-F2928581B992}" type="parTrans" cxnId="{D5A1A3F6-C8B5-4547-A6A5-15795DA08C0D}">
      <dgm:prSet/>
      <dgm:spPr/>
      <dgm:t>
        <a:bodyPr/>
        <a:lstStyle/>
        <a:p>
          <a:endParaRPr lang="en-US"/>
        </a:p>
      </dgm:t>
    </dgm:pt>
    <dgm:pt modelId="{453F74FB-FCFF-419A-879B-DF3D57ADD4C4}" type="sibTrans" cxnId="{D5A1A3F6-C8B5-4547-A6A5-15795DA08C0D}">
      <dgm:prSet/>
      <dgm:spPr/>
      <dgm:t>
        <a:bodyPr/>
        <a:lstStyle/>
        <a:p>
          <a:endParaRPr lang="en-US"/>
        </a:p>
      </dgm:t>
    </dgm:pt>
    <dgm:pt modelId="{271F6DA0-2714-4E56-95A3-66BB90E434EC}">
      <dgm:prSet/>
      <dgm:spPr/>
      <dgm:t>
        <a:bodyPr/>
        <a:lstStyle/>
        <a:p>
          <a:r>
            <a:rPr lang="en-US"/>
            <a:t>2️⃣ Inputs a query (e.g., 'Impact of inflation on stock markets').</a:t>
          </a:r>
        </a:p>
      </dgm:t>
    </dgm:pt>
    <dgm:pt modelId="{B3B9E7E3-B947-4D68-836C-DE4D76EEDEB2}" type="parTrans" cxnId="{BC14C50F-2E9A-48BE-A3E0-AFEEAC531DBB}">
      <dgm:prSet/>
      <dgm:spPr/>
      <dgm:t>
        <a:bodyPr/>
        <a:lstStyle/>
        <a:p>
          <a:endParaRPr lang="en-US"/>
        </a:p>
      </dgm:t>
    </dgm:pt>
    <dgm:pt modelId="{1BFE7449-0EFA-42E7-8FEE-17575F2F7442}" type="sibTrans" cxnId="{BC14C50F-2E9A-48BE-A3E0-AFEEAC531DBB}">
      <dgm:prSet/>
      <dgm:spPr/>
      <dgm:t>
        <a:bodyPr/>
        <a:lstStyle/>
        <a:p>
          <a:endParaRPr lang="en-US"/>
        </a:p>
      </dgm:t>
    </dgm:pt>
    <dgm:pt modelId="{A804E798-AB75-49C8-95B1-BD8EFAD7695D}">
      <dgm:prSet/>
      <dgm:spPr/>
      <dgm:t>
        <a:bodyPr/>
        <a:lstStyle/>
        <a:p>
          <a:r>
            <a:rPr lang="en-US"/>
            <a:t>3️⃣ The tool fetches top 5 news articles from NewsAPI.</a:t>
          </a:r>
        </a:p>
      </dgm:t>
    </dgm:pt>
    <dgm:pt modelId="{215E29C0-E90A-4416-8102-D8C784EA61C4}" type="parTrans" cxnId="{25D1155A-175F-4BAB-8D5F-B65E9B25B7ED}">
      <dgm:prSet/>
      <dgm:spPr/>
      <dgm:t>
        <a:bodyPr/>
        <a:lstStyle/>
        <a:p>
          <a:endParaRPr lang="en-US"/>
        </a:p>
      </dgm:t>
    </dgm:pt>
    <dgm:pt modelId="{FC546001-6FB3-42EA-BDB5-088B2831200F}" type="sibTrans" cxnId="{25D1155A-175F-4BAB-8D5F-B65E9B25B7ED}">
      <dgm:prSet/>
      <dgm:spPr/>
      <dgm:t>
        <a:bodyPr/>
        <a:lstStyle/>
        <a:p>
          <a:endParaRPr lang="en-US"/>
        </a:p>
      </dgm:t>
    </dgm:pt>
    <dgm:pt modelId="{A4FD5D24-5A8B-4726-8424-DA7D96903062}">
      <dgm:prSet/>
      <dgm:spPr/>
      <dgm:t>
        <a:bodyPr/>
        <a:lstStyle/>
        <a:p>
          <a:r>
            <a:rPr lang="en-US"/>
            <a:t>4️⃣ Summaries are generated using Groq LLM via LangChain.</a:t>
          </a:r>
        </a:p>
      </dgm:t>
    </dgm:pt>
    <dgm:pt modelId="{591A2EAB-1894-41D6-977B-950F0EC4DBE8}" type="parTrans" cxnId="{17D4A170-9AEA-4A44-BEAA-09D646F026A6}">
      <dgm:prSet/>
      <dgm:spPr/>
      <dgm:t>
        <a:bodyPr/>
        <a:lstStyle/>
        <a:p>
          <a:endParaRPr lang="en-US"/>
        </a:p>
      </dgm:t>
    </dgm:pt>
    <dgm:pt modelId="{728D023A-1044-489D-9E1D-A1DE4E9669C4}" type="sibTrans" cxnId="{17D4A170-9AEA-4A44-BEAA-09D646F026A6}">
      <dgm:prSet/>
      <dgm:spPr/>
      <dgm:t>
        <a:bodyPr/>
        <a:lstStyle/>
        <a:p>
          <a:endParaRPr lang="en-US"/>
        </a:p>
      </dgm:t>
    </dgm:pt>
    <dgm:pt modelId="{E50E34CF-1A28-4CAB-894E-9DFEEDB91F94}">
      <dgm:prSet/>
      <dgm:spPr/>
      <dgm:t>
        <a:bodyPr/>
        <a:lstStyle/>
        <a:p>
          <a:r>
            <a:rPr lang="en-US"/>
            <a:t>5️⃣ A structured summary is displayed with key insights.</a:t>
          </a:r>
        </a:p>
      </dgm:t>
    </dgm:pt>
    <dgm:pt modelId="{4CBD994C-01FE-4CA8-BFE2-83497F27518E}" type="parTrans" cxnId="{62BF8C75-CA1C-4931-ADED-ABCD3BB0D238}">
      <dgm:prSet/>
      <dgm:spPr/>
      <dgm:t>
        <a:bodyPr/>
        <a:lstStyle/>
        <a:p>
          <a:endParaRPr lang="en-US"/>
        </a:p>
      </dgm:t>
    </dgm:pt>
    <dgm:pt modelId="{472E4C90-90F7-49D8-A442-15249A3BE0A1}" type="sibTrans" cxnId="{62BF8C75-CA1C-4931-ADED-ABCD3BB0D238}">
      <dgm:prSet/>
      <dgm:spPr/>
      <dgm:t>
        <a:bodyPr/>
        <a:lstStyle/>
        <a:p>
          <a:endParaRPr lang="en-US"/>
        </a:p>
      </dgm:t>
    </dgm:pt>
    <dgm:pt modelId="{731ACC6E-0A75-490B-B152-6737627F8937}" type="pres">
      <dgm:prSet presAssocID="{9E34426A-020B-46E7-9738-E862E9AF63C4}" presName="outerComposite" presStyleCnt="0">
        <dgm:presLayoutVars>
          <dgm:chMax val="5"/>
          <dgm:dir/>
          <dgm:resizeHandles val="exact"/>
        </dgm:presLayoutVars>
      </dgm:prSet>
      <dgm:spPr/>
    </dgm:pt>
    <dgm:pt modelId="{385BF81D-6193-498A-B3F1-1BC77DCA1732}" type="pres">
      <dgm:prSet presAssocID="{9E34426A-020B-46E7-9738-E862E9AF63C4}" presName="dummyMaxCanvas" presStyleCnt="0">
        <dgm:presLayoutVars/>
      </dgm:prSet>
      <dgm:spPr/>
    </dgm:pt>
    <dgm:pt modelId="{C4656DCB-5C1E-4193-8A95-69642A87E043}" type="pres">
      <dgm:prSet presAssocID="{9E34426A-020B-46E7-9738-E862E9AF63C4}" presName="FiveNodes_1" presStyleLbl="node1" presStyleIdx="0" presStyleCnt="5">
        <dgm:presLayoutVars>
          <dgm:bulletEnabled val="1"/>
        </dgm:presLayoutVars>
      </dgm:prSet>
      <dgm:spPr/>
    </dgm:pt>
    <dgm:pt modelId="{93658B0F-BE49-492D-9733-B56370900BD9}" type="pres">
      <dgm:prSet presAssocID="{9E34426A-020B-46E7-9738-E862E9AF63C4}" presName="FiveNodes_2" presStyleLbl="node1" presStyleIdx="1" presStyleCnt="5">
        <dgm:presLayoutVars>
          <dgm:bulletEnabled val="1"/>
        </dgm:presLayoutVars>
      </dgm:prSet>
      <dgm:spPr/>
    </dgm:pt>
    <dgm:pt modelId="{3A5BB8F8-6478-4C7E-8111-FA1CDB301278}" type="pres">
      <dgm:prSet presAssocID="{9E34426A-020B-46E7-9738-E862E9AF63C4}" presName="FiveNodes_3" presStyleLbl="node1" presStyleIdx="2" presStyleCnt="5">
        <dgm:presLayoutVars>
          <dgm:bulletEnabled val="1"/>
        </dgm:presLayoutVars>
      </dgm:prSet>
      <dgm:spPr/>
    </dgm:pt>
    <dgm:pt modelId="{BEDB29F8-1359-4509-9B5F-6F0DE777342A}" type="pres">
      <dgm:prSet presAssocID="{9E34426A-020B-46E7-9738-E862E9AF63C4}" presName="FiveNodes_4" presStyleLbl="node1" presStyleIdx="3" presStyleCnt="5">
        <dgm:presLayoutVars>
          <dgm:bulletEnabled val="1"/>
        </dgm:presLayoutVars>
      </dgm:prSet>
      <dgm:spPr/>
    </dgm:pt>
    <dgm:pt modelId="{4C34EF40-90D8-4E32-978B-DFFB3ECD03ED}" type="pres">
      <dgm:prSet presAssocID="{9E34426A-020B-46E7-9738-E862E9AF63C4}" presName="FiveNodes_5" presStyleLbl="node1" presStyleIdx="4" presStyleCnt="5">
        <dgm:presLayoutVars>
          <dgm:bulletEnabled val="1"/>
        </dgm:presLayoutVars>
      </dgm:prSet>
      <dgm:spPr/>
    </dgm:pt>
    <dgm:pt modelId="{16912C81-03A8-413A-B8D9-8D3636E46489}" type="pres">
      <dgm:prSet presAssocID="{9E34426A-020B-46E7-9738-E862E9AF63C4}" presName="FiveConn_1-2" presStyleLbl="fgAccFollowNode1" presStyleIdx="0" presStyleCnt="4">
        <dgm:presLayoutVars>
          <dgm:bulletEnabled val="1"/>
        </dgm:presLayoutVars>
      </dgm:prSet>
      <dgm:spPr/>
    </dgm:pt>
    <dgm:pt modelId="{BEE79BA3-90C1-483B-9F86-8FF898A014F8}" type="pres">
      <dgm:prSet presAssocID="{9E34426A-020B-46E7-9738-E862E9AF63C4}" presName="FiveConn_2-3" presStyleLbl="fgAccFollowNode1" presStyleIdx="1" presStyleCnt="4">
        <dgm:presLayoutVars>
          <dgm:bulletEnabled val="1"/>
        </dgm:presLayoutVars>
      </dgm:prSet>
      <dgm:spPr/>
    </dgm:pt>
    <dgm:pt modelId="{BAA4D465-5DA8-4D97-86BB-7EFF45963CCA}" type="pres">
      <dgm:prSet presAssocID="{9E34426A-020B-46E7-9738-E862E9AF63C4}" presName="FiveConn_3-4" presStyleLbl="fgAccFollowNode1" presStyleIdx="2" presStyleCnt="4">
        <dgm:presLayoutVars>
          <dgm:bulletEnabled val="1"/>
        </dgm:presLayoutVars>
      </dgm:prSet>
      <dgm:spPr/>
    </dgm:pt>
    <dgm:pt modelId="{691B1E3D-D9F0-4939-B938-6A25A79A155D}" type="pres">
      <dgm:prSet presAssocID="{9E34426A-020B-46E7-9738-E862E9AF63C4}" presName="FiveConn_4-5" presStyleLbl="fgAccFollowNode1" presStyleIdx="3" presStyleCnt="4">
        <dgm:presLayoutVars>
          <dgm:bulletEnabled val="1"/>
        </dgm:presLayoutVars>
      </dgm:prSet>
      <dgm:spPr/>
    </dgm:pt>
    <dgm:pt modelId="{0FE03B9D-F9E9-430B-BF2F-34D072C35300}" type="pres">
      <dgm:prSet presAssocID="{9E34426A-020B-46E7-9738-E862E9AF63C4}" presName="FiveNodes_1_text" presStyleLbl="node1" presStyleIdx="4" presStyleCnt="5">
        <dgm:presLayoutVars>
          <dgm:bulletEnabled val="1"/>
        </dgm:presLayoutVars>
      </dgm:prSet>
      <dgm:spPr/>
    </dgm:pt>
    <dgm:pt modelId="{60CE3A88-D70A-417D-8B82-47F6B09C9430}" type="pres">
      <dgm:prSet presAssocID="{9E34426A-020B-46E7-9738-E862E9AF63C4}" presName="FiveNodes_2_text" presStyleLbl="node1" presStyleIdx="4" presStyleCnt="5">
        <dgm:presLayoutVars>
          <dgm:bulletEnabled val="1"/>
        </dgm:presLayoutVars>
      </dgm:prSet>
      <dgm:spPr/>
    </dgm:pt>
    <dgm:pt modelId="{21ACD8F8-A8D1-43D0-AE56-5B3CE8C2575C}" type="pres">
      <dgm:prSet presAssocID="{9E34426A-020B-46E7-9738-E862E9AF63C4}" presName="FiveNodes_3_text" presStyleLbl="node1" presStyleIdx="4" presStyleCnt="5">
        <dgm:presLayoutVars>
          <dgm:bulletEnabled val="1"/>
        </dgm:presLayoutVars>
      </dgm:prSet>
      <dgm:spPr/>
    </dgm:pt>
    <dgm:pt modelId="{0702B759-369C-4D49-BE44-4D5785C6EE17}" type="pres">
      <dgm:prSet presAssocID="{9E34426A-020B-46E7-9738-E862E9AF63C4}" presName="FiveNodes_4_text" presStyleLbl="node1" presStyleIdx="4" presStyleCnt="5">
        <dgm:presLayoutVars>
          <dgm:bulletEnabled val="1"/>
        </dgm:presLayoutVars>
      </dgm:prSet>
      <dgm:spPr/>
    </dgm:pt>
    <dgm:pt modelId="{4488DE55-9156-4F06-9586-C5E7EC204F50}" type="pres">
      <dgm:prSet presAssocID="{9E34426A-020B-46E7-9738-E862E9AF63C4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C14C50F-2E9A-48BE-A3E0-AFEEAC531DBB}" srcId="{9E34426A-020B-46E7-9738-E862E9AF63C4}" destId="{271F6DA0-2714-4E56-95A3-66BB90E434EC}" srcOrd="1" destOrd="0" parTransId="{B3B9E7E3-B947-4D68-836C-DE4D76EEDEB2}" sibTransId="{1BFE7449-0EFA-42E7-8FEE-17575F2F7442}"/>
    <dgm:cxn modelId="{3AFF001E-B5C4-46FF-9654-77125E7712E0}" type="presOf" srcId="{A4FD5D24-5A8B-4726-8424-DA7D96903062}" destId="{0702B759-369C-4D49-BE44-4D5785C6EE17}" srcOrd="1" destOrd="0" presId="urn:microsoft.com/office/officeart/2005/8/layout/vProcess5"/>
    <dgm:cxn modelId="{E4915445-6431-4253-8C88-44FB14B98E41}" type="presOf" srcId="{415CEA76-CE8C-4151-988A-F30D20BD57B7}" destId="{0FE03B9D-F9E9-430B-BF2F-34D072C35300}" srcOrd="1" destOrd="0" presId="urn:microsoft.com/office/officeart/2005/8/layout/vProcess5"/>
    <dgm:cxn modelId="{17D4A170-9AEA-4A44-BEAA-09D646F026A6}" srcId="{9E34426A-020B-46E7-9738-E862E9AF63C4}" destId="{A4FD5D24-5A8B-4726-8424-DA7D96903062}" srcOrd="3" destOrd="0" parTransId="{591A2EAB-1894-41D6-977B-950F0EC4DBE8}" sibTransId="{728D023A-1044-489D-9E1D-A1DE4E9669C4}"/>
    <dgm:cxn modelId="{A31B0174-C1A4-4AAD-8207-D748E745808B}" type="presOf" srcId="{453F74FB-FCFF-419A-879B-DF3D57ADD4C4}" destId="{16912C81-03A8-413A-B8D9-8D3636E46489}" srcOrd="0" destOrd="0" presId="urn:microsoft.com/office/officeart/2005/8/layout/vProcess5"/>
    <dgm:cxn modelId="{BB654454-CEEB-4EBA-9D83-9C26375DE1B4}" type="presOf" srcId="{E50E34CF-1A28-4CAB-894E-9DFEEDB91F94}" destId="{4C34EF40-90D8-4E32-978B-DFFB3ECD03ED}" srcOrd="0" destOrd="0" presId="urn:microsoft.com/office/officeart/2005/8/layout/vProcess5"/>
    <dgm:cxn modelId="{62BF8C75-CA1C-4931-ADED-ABCD3BB0D238}" srcId="{9E34426A-020B-46E7-9738-E862E9AF63C4}" destId="{E50E34CF-1A28-4CAB-894E-9DFEEDB91F94}" srcOrd="4" destOrd="0" parTransId="{4CBD994C-01FE-4CA8-BFE2-83497F27518E}" sibTransId="{472E4C90-90F7-49D8-A442-15249A3BE0A1}"/>
    <dgm:cxn modelId="{DE171177-AFD1-4710-BDE7-7619367989AA}" type="presOf" srcId="{A804E798-AB75-49C8-95B1-BD8EFAD7695D}" destId="{3A5BB8F8-6478-4C7E-8111-FA1CDB301278}" srcOrd="0" destOrd="0" presId="urn:microsoft.com/office/officeart/2005/8/layout/vProcess5"/>
    <dgm:cxn modelId="{25D1155A-175F-4BAB-8D5F-B65E9B25B7ED}" srcId="{9E34426A-020B-46E7-9738-E862E9AF63C4}" destId="{A804E798-AB75-49C8-95B1-BD8EFAD7695D}" srcOrd="2" destOrd="0" parTransId="{215E29C0-E90A-4416-8102-D8C784EA61C4}" sibTransId="{FC546001-6FB3-42EA-BDB5-088B2831200F}"/>
    <dgm:cxn modelId="{596CC55A-B68A-4F53-8242-425E5A7EDE72}" type="presOf" srcId="{9E34426A-020B-46E7-9738-E862E9AF63C4}" destId="{731ACC6E-0A75-490B-B152-6737627F8937}" srcOrd="0" destOrd="0" presId="urn:microsoft.com/office/officeart/2005/8/layout/vProcess5"/>
    <dgm:cxn modelId="{AD39E79A-D598-43F2-BC37-A0C76AA6CB83}" type="presOf" srcId="{415CEA76-CE8C-4151-988A-F30D20BD57B7}" destId="{C4656DCB-5C1E-4193-8A95-69642A87E043}" srcOrd="0" destOrd="0" presId="urn:microsoft.com/office/officeart/2005/8/layout/vProcess5"/>
    <dgm:cxn modelId="{696F48A0-66BD-43B5-80A8-C676DB6910F8}" type="presOf" srcId="{E50E34CF-1A28-4CAB-894E-9DFEEDB91F94}" destId="{4488DE55-9156-4F06-9586-C5E7EC204F50}" srcOrd="1" destOrd="0" presId="urn:microsoft.com/office/officeart/2005/8/layout/vProcess5"/>
    <dgm:cxn modelId="{02850BBD-703F-41EB-B12E-3B4B4065C142}" type="presOf" srcId="{A804E798-AB75-49C8-95B1-BD8EFAD7695D}" destId="{21ACD8F8-A8D1-43D0-AE56-5B3CE8C2575C}" srcOrd="1" destOrd="0" presId="urn:microsoft.com/office/officeart/2005/8/layout/vProcess5"/>
    <dgm:cxn modelId="{5F8AF6D3-673C-4F8D-B4D0-10D5CD67C55B}" type="presOf" srcId="{728D023A-1044-489D-9E1D-A1DE4E9669C4}" destId="{691B1E3D-D9F0-4939-B938-6A25A79A155D}" srcOrd="0" destOrd="0" presId="urn:microsoft.com/office/officeart/2005/8/layout/vProcess5"/>
    <dgm:cxn modelId="{A24B76DF-E8C9-428D-835A-E75A469D4D89}" type="presOf" srcId="{A4FD5D24-5A8B-4726-8424-DA7D96903062}" destId="{BEDB29F8-1359-4509-9B5F-6F0DE777342A}" srcOrd="0" destOrd="0" presId="urn:microsoft.com/office/officeart/2005/8/layout/vProcess5"/>
    <dgm:cxn modelId="{AAAEEBEA-B0AC-4294-A78F-FA3A0D2D8F0A}" type="presOf" srcId="{1BFE7449-0EFA-42E7-8FEE-17575F2F7442}" destId="{BEE79BA3-90C1-483B-9F86-8FF898A014F8}" srcOrd="0" destOrd="0" presId="urn:microsoft.com/office/officeart/2005/8/layout/vProcess5"/>
    <dgm:cxn modelId="{81E077F4-6D1F-4235-B7AA-A39E64B44A5C}" type="presOf" srcId="{271F6DA0-2714-4E56-95A3-66BB90E434EC}" destId="{93658B0F-BE49-492D-9733-B56370900BD9}" srcOrd="0" destOrd="0" presId="urn:microsoft.com/office/officeart/2005/8/layout/vProcess5"/>
    <dgm:cxn modelId="{F5C46DF6-3AF7-4429-B52E-264FE33D8872}" type="presOf" srcId="{271F6DA0-2714-4E56-95A3-66BB90E434EC}" destId="{60CE3A88-D70A-417D-8B82-47F6B09C9430}" srcOrd="1" destOrd="0" presId="urn:microsoft.com/office/officeart/2005/8/layout/vProcess5"/>
    <dgm:cxn modelId="{D5A1A3F6-C8B5-4547-A6A5-15795DA08C0D}" srcId="{9E34426A-020B-46E7-9738-E862E9AF63C4}" destId="{415CEA76-CE8C-4151-988A-F30D20BD57B7}" srcOrd="0" destOrd="0" parTransId="{8CD36910-9BD2-4C53-AF64-F2928581B992}" sibTransId="{453F74FB-FCFF-419A-879B-DF3D57ADD4C4}"/>
    <dgm:cxn modelId="{948603F7-483B-474B-AEDD-EE14CF6B6933}" type="presOf" srcId="{FC546001-6FB3-42EA-BDB5-088B2831200F}" destId="{BAA4D465-5DA8-4D97-86BB-7EFF45963CCA}" srcOrd="0" destOrd="0" presId="urn:microsoft.com/office/officeart/2005/8/layout/vProcess5"/>
    <dgm:cxn modelId="{C31F95BF-F0F5-4D91-88E5-A6FC95D95A9F}" type="presParOf" srcId="{731ACC6E-0A75-490B-B152-6737627F8937}" destId="{385BF81D-6193-498A-B3F1-1BC77DCA1732}" srcOrd="0" destOrd="0" presId="urn:microsoft.com/office/officeart/2005/8/layout/vProcess5"/>
    <dgm:cxn modelId="{A974932C-8947-40B4-8A70-C6487CED42E2}" type="presParOf" srcId="{731ACC6E-0A75-490B-B152-6737627F8937}" destId="{C4656DCB-5C1E-4193-8A95-69642A87E043}" srcOrd="1" destOrd="0" presId="urn:microsoft.com/office/officeart/2005/8/layout/vProcess5"/>
    <dgm:cxn modelId="{E6EB9E71-0BF3-4A1C-8C7D-CD8129FDE9D7}" type="presParOf" srcId="{731ACC6E-0A75-490B-B152-6737627F8937}" destId="{93658B0F-BE49-492D-9733-B56370900BD9}" srcOrd="2" destOrd="0" presId="urn:microsoft.com/office/officeart/2005/8/layout/vProcess5"/>
    <dgm:cxn modelId="{DD8EDC13-7432-4F4C-B49B-C0AD28EEB094}" type="presParOf" srcId="{731ACC6E-0A75-490B-B152-6737627F8937}" destId="{3A5BB8F8-6478-4C7E-8111-FA1CDB301278}" srcOrd="3" destOrd="0" presId="urn:microsoft.com/office/officeart/2005/8/layout/vProcess5"/>
    <dgm:cxn modelId="{99604BC5-DA2F-4AA8-8310-601D317EC52F}" type="presParOf" srcId="{731ACC6E-0A75-490B-B152-6737627F8937}" destId="{BEDB29F8-1359-4509-9B5F-6F0DE777342A}" srcOrd="4" destOrd="0" presId="urn:microsoft.com/office/officeart/2005/8/layout/vProcess5"/>
    <dgm:cxn modelId="{C50041F2-BA16-43DA-8EEB-3411EB65FAAC}" type="presParOf" srcId="{731ACC6E-0A75-490B-B152-6737627F8937}" destId="{4C34EF40-90D8-4E32-978B-DFFB3ECD03ED}" srcOrd="5" destOrd="0" presId="urn:microsoft.com/office/officeart/2005/8/layout/vProcess5"/>
    <dgm:cxn modelId="{CC5F9E08-E8D7-42DD-A119-9F5D8FD6038F}" type="presParOf" srcId="{731ACC6E-0A75-490B-B152-6737627F8937}" destId="{16912C81-03A8-413A-B8D9-8D3636E46489}" srcOrd="6" destOrd="0" presId="urn:microsoft.com/office/officeart/2005/8/layout/vProcess5"/>
    <dgm:cxn modelId="{8B55D6D5-47B0-48EC-98DF-DD248D0DDCC1}" type="presParOf" srcId="{731ACC6E-0A75-490B-B152-6737627F8937}" destId="{BEE79BA3-90C1-483B-9F86-8FF898A014F8}" srcOrd="7" destOrd="0" presId="urn:microsoft.com/office/officeart/2005/8/layout/vProcess5"/>
    <dgm:cxn modelId="{81B98E94-BCDD-499F-8C17-771A00594C8E}" type="presParOf" srcId="{731ACC6E-0A75-490B-B152-6737627F8937}" destId="{BAA4D465-5DA8-4D97-86BB-7EFF45963CCA}" srcOrd="8" destOrd="0" presId="urn:microsoft.com/office/officeart/2005/8/layout/vProcess5"/>
    <dgm:cxn modelId="{5E11561A-DC73-4708-8C98-76BB2CB9C44A}" type="presParOf" srcId="{731ACC6E-0A75-490B-B152-6737627F8937}" destId="{691B1E3D-D9F0-4939-B938-6A25A79A155D}" srcOrd="9" destOrd="0" presId="urn:microsoft.com/office/officeart/2005/8/layout/vProcess5"/>
    <dgm:cxn modelId="{53429D8B-7753-4750-9DCC-1DD42550E578}" type="presParOf" srcId="{731ACC6E-0A75-490B-B152-6737627F8937}" destId="{0FE03B9D-F9E9-430B-BF2F-34D072C35300}" srcOrd="10" destOrd="0" presId="urn:microsoft.com/office/officeart/2005/8/layout/vProcess5"/>
    <dgm:cxn modelId="{A46BA246-E939-417F-9206-E18CFF1DFF40}" type="presParOf" srcId="{731ACC6E-0A75-490B-B152-6737627F8937}" destId="{60CE3A88-D70A-417D-8B82-47F6B09C9430}" srcOrd="11" destOrd="0" presId="urn:microsoft.com/office/officeart/2005/8/layout/vProcess5"/>
    <dgm:cxn modelId="{A07E71BB-38E8-410B-9AF5-5963100A5EB3}" type="presParOf" srcId="{731ACC6E-0A75-490B-B152-6737627F8937}" destId="{21ACD8F8-A8D1-43D0-AE56-5B3CE8C2575C}" srcOrd="12" destOrd="0" presId="urn:microsoft.com/office/officeart/2005/8/layout/vProcess5"/>
    <dgm:cxn modelId="{EF46B684-A43C-43A1-9469-4BE88E9B51CD}" type="presParOf" srcId="{731ACC6E-0A75-490B-B152-6737627F8937}" destId="{0702B759-369C-4D49-BE44-4D5785C6EE17}" srcOrd="13" destOrd="0" presId="urn:microsoft.com/office/officeart/2005/8/layout/vProcess5"/>
    <dgm:cxn modelId="{3601D0E9-57E5-4806-956B-9F2937605169}" type="presParOf" srcId="{731ACC6E-0A75-490B-B152-6737627F8937}" destId="{4488DE55-9156-4F06-9586-C5E7EC204F5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5FFD300-435E-4C0D-823C-8EC74DBDE7F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763AF162-8E3D-4BC0-A29D-51605CE3CC5B}">
      <dgm:prSet/>
      <dgm:spPr/>
      <dgm:t>
        <a:bodyPr/>
        <a:lstStyle/>
        <a:p>
          <a:r>
            <a:rPr lang="en-US"/>
            <a:t>✅ Saves time by summarizing news instantly.</a:t>
          </a:r>
        </a:p>
      </dgm:t>
    </dgm:pt>
    <dgm:pt modelId="{B755C03E-47F7-433A-82D6-38B794FD9296}" type="parTrans" cxnId="{ED18AC66-0736-4F24-97E8-AB1640B2BAED}">
      <dgm:prSet/>
      <dgm:spPr/>
      <dgm:t>
        <a:bodyPr/>
        <a:lstStyle/>
        <a:p>
          <a:endParaRPr lang="en-US"/>
        </a:p>
      </dgm:t>
    </dgm:pt>
    <dgm:pt modelId="{27D79B5F-28B8-4200-B823-F8A30AAAF990}" type="sibTrans" cxnId="{ED18AC66-0736-4F24-97E8-AB1640B2BAED}">
      <dgm:prSet/>
      <dgm:spPr/>
      <dgm:t>
        <a:bodyPr/>
        <a:lstStyle/>
        <a:p>
          <a:endParaRPr lang="en-US"/>
        </a:p>
      </dgm:t>
    </dgm:pt>
    <dgm:pt modelId="{2D942418-A523-4D69-9D60-CE8739B9B656}">
      <dgm:prSet/>
      <dgm:spPr/>
      <dgm:t>
        <a:bodyPr/>
        <a:lstStyle/>
        <a:p>
          <a:r>
            <a:rPr lang="en-US"/>
            <a:t>✅ Helps equity researchers and analysts with quick insights.</a:t>
          </a:r>
        </a:p>
      </dgm:t>
    </dgm:pt>
    <dgm:pt modelId="{C757189F-A4B1-40B9-BDD6-4BF0C41A510F}" type="parTrans" cxnId="{C606BC19-9F14-4D44-9B1B-2CD8D625F8C5}">
      <dgm:prSet/>
      <dgm:spPr/>
      <dgm:t>
        <a:bodyPr/>
        <a:lstStyle/>
        <a:p>
          <a:endParaRPr lang="en-US"/>
        </a:p>
      </dgm:t>
    </dgm:pt>
    <dgm:pt modelId="{5BC99BEE-F295-4DC2-A95D-B686BDDD7738}" type="sibTrans" cxnId="{C606BC19-9F14-4D44-9B1B-2CD8D625F8C5}">
      <dgm:prSet/>
      <dgm:spPr/>
      <dgm:t>
        <a:bodyPr/>
        <a:lstStyle/>
        <a:p>
          <a:endParaRPr lang="en-US"/>
        </a:p>
      </dgm:t>
    </dgm:pt>
    <dgm:pt modelId="{9DB979BF-6CC4-4436-9C3F-E6AC305D5861}">
      <dgm:prSet/>
      <dgm:spPr/>
      <dgm:t>
        <a:bodyPr/>
        <a:lstStyle/>
        <a:p>
          <a:r>
            <a:rPr lang="en-US"/>
            <a:t>✅ Supports financial decision-making based on news trends.</a:t>
          </a:r>
        </a:p>
      </dgm:t>
    </dgm:pt>
    <dgm:pt modelId="{E0DFA088-0AC7-44FD-A986-62AD843DD981}" type="parTrans" cxnId="{00C27365-EBBB-4D27-A83A-0DB474017889}">
      <dgm:prSet/>
      <dgm:spPr/>
      <dgm:t>
        <a:bodyPr/>
        <a:lstStyle/>
        <a:p>
          <a:endParaRPr lang="en-US"/>
        </a:p>
      </dgm:t>
    </dgm:pt>
    <dgm:pt modelId="{5428D5ED-278B-4C7B-8D1C-1561A2A8E138}" type="sibTrans" cxnId="{00C27365-EBBB-4D27-A83A-0DB474017889}">
      <dgm:prSet/>
      <dgm:spPr/>
      <dgm:t>
        <a:bodyPr/>
        <a:lstStyle/>
        <a:p>
          <a:endParaRPr lang="en-US"/>
        </a:p>
      </dgm:t>
    </dgm:pt>
    <dgm:pt modelId="{5343E474-CA1B-4CDF-B8EB-9FA293A91E55}">
      <dgm:prSet/>
      <dgm:spPr/>
      <dgm:t>
        <a:bodyPr/>
        <a:lstStyle/>
        <a:p>
          <a:r>
            <a:rPr lang="en-US"/>
            <a:t>✅ Can be extended for other domains like healthcare, politics, and technology.</a:t>
          </a:r>
        </a:p>
      </dgm:t>
    </dgm:pt>
    <dgm:pt modelId="{23AA348A-45AE-45EB-A6EE-13F84FC49943}" type="parTrans" cxnId="{FEE66A38-9762-46CC-BBEB-CFB10FE5F992}">
      <dgm:prSet/>
      <dgm:spPr/>
      <dgm:t>
        <a:bodyPr/>
        <a:lstStyle/>
        <a:p>
          <a:endParaRPr lang="en-US"/>
        </a:p>
      </dgm:t>
    </dgm:pt>
    <dgm:pt modelId="{573A7382-2F80-4D15-9C91-064A71FF62C0}" type="sibTrans" cxnId="{FEE66A38-9762-46CC-BBEB-CFB10FE5F992}">
      <dgm:prSet/>
      <dgm:spPr/>
      <dgm:t>
        <a:bodyPr/>
        <a:lstStyle/>
        <a:p>
          <a:endParaRPr lang="en-US"/>
        </a:p>
      </dgm:t>
    </dgm:pt>
    <dgm:pt modelId="{03007FC7-AB9D-4DFE-AC63-FAC0593AEA17}" type="pres">
      <dgm:prSet presAssocID="{25FFD300-435E-4C0D-823C-8EC74DBDE7F4}" presName="root" presStyleCnt="0">
        <dgm:presLayoutVars>
          <dgm:dir/>
          <dgm:resizeHandles val="exact"/>
        </dgm:presLayoutVars>
      </dgm:prSet>
      <dgm:spPr/>
    </dgm:pt>
    <dgm:pt modelId="{10FD97C6-E8D0-42AD-B179-C78A4DD2DA51}" type="pres">
      <dgm:prSet presAssocID="{763AF162-8E3D-4BC0-A29D-51605CE3CC5B}" presName="compNode" presStyleCnt="0"/>
      <dgm:spPr/>
    </dgm:pt>
    <dgm:pt modelId="{B2BA0CA8-F12F-4402-BE02-94CBCB43EDA6}" type="pres">
      <dgm:prSet presAssocID="{763AF162-8E3D-4BC0-A29D-51605CE3CC5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FB051C2-07DE-4ACE-8486-6776F0F47501}" type="pres">
      <dgm:prSet presAssocID="{763AF162-8E3D-4BC0-A29D-51605CE3CC5B}" presName="spaceRect" presStyleCnt="0"/>
      <dgm:spPr/>
    </dgm:pt>
    <dgm:pt modelId="{5D9E2505-573F-4D6B-8D07-C176511DB821}" type="pres">
      <dgm:prSet presAssocID="{763AF162-8E3D-4BC0-A29D-51605CE3CC5B}" presName="textRect" presStyleLbl="revTx" presStyleIdx="0" presStyleCnt="4">
        <dgm:presLayoutVars>
          <dgm:chMax val="1"/>
          <dgm:chPref val="1"/>
        </dgm:presLayoutVars>
      </dgm:prSet>
      <dgm:spPr/>
    </dgm:pt>
    <dgm:pt modelId="{A0CBD533-12C1-4F48-A9B9-CF062E40F22A}" type="pres">
      <dgm:prSet presAssocID="{27D79B5F-28B8-4200-B823-F8A30AAAF990}" presName="sibTrans" presStyleCnt="0"/>
      <dgm:spPr/>
    </dgm:pt>
    <dgm:pt modelId="{9D601DCB-0CDD-4B40-9CF6-FFD53F73C0EC}" type="pres">
      <dgm:prSet presAssocID="{2D942418-A523-4D69-9D60-CE8739B9B656}" presName="compNode" presStyleCnt="0"/>
      <dgm:spPr/>
    </dgm:pt>
    <dgm:pt modelId="{5B0BD99A-C120-4152-829B-983F808D556E}" type="pres">
      <dgm:prSet presAssocID="{2D942418-A523-4D69-9D60-CE8739B9B65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F598AC0-A400-4D9C-8A39-3CB52BE35F01}" type="pres">
      <dgm:prSet presAssocID="{2D942418-A523-4D69-9D60-CE8739B9B656}" presName="spaceRect" presStyleCnt="0"/>
      <dgm:spPr/>
    </dgm:pt>
    <dgm:pt modelId="{5DC2C10A-87A6-4958-865D-811D25ECF26A}" type="pres">
      <dgm:prSet presAssocID="{2D942418-A523-4D69-9D60-CE8739B9B656}" presName="textRect" presStyleLbl="revTx" presStyleIdx="1" presStyleCnt="4">
        <dgm:presLayoutVars>
          <dgm:chMax val="1"/>
          <dgm:chPref val="1"/>
        </dgm:presLayoutVars>
      </dgm:prSet>
      <dgm:spPr/>
    </dgm:pt>
    <dgm:pt modelId="{7389E70C-B7CE-4546-A005-501C2D84087D}" type="pres">
      <dgm:prSet presAssocID="{5BC99BEE-F295-4DC2-A95D-B686BDDD7738}" presName="sibTrans" presStyleCnt="0"/>
      <dgm:spPr/>
    </dgm:pt>
    <dgm:pt modelId="{D5C915CA-97F8-4AA1-AE00-B95B2A797418}" type="pres">
      <dgm:prSet presAssocID="{9DB979BF-6CC4-4436-9C3F-E6AC305D5861}" presName="compNode" presStyleCnt="0"/>
      <dgm:spPr/>
    </dgm:pt>
    <dgm:pt modelId="{A55FC259-37A5-4598-81A6-3E4DADC31024}" type="pres">
      <dgm:prSet presAssocID="{9DB979BF-6CC4-4436-9C3F-E6AC305D586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AC31E668-91A8-4529-92AD-ED5DE04CB275}" type="pres">
      <dgm:prSet presAssocID="{9DB979BF-6CC4-4436-9C3F-E6AC305D5861}" presName="spaceRect" presStyleCnt="0"/>
      <dgm:spPr/>
    </dgm:pt>
    <dgm:pt modelId="{6F53C659-AA78-41B7-9D1F-7AC167DFBE2E}" type="pres">
      <dgm:prSet presAssocID="{9DB979BF-6CC4-4436-9C3F-E6AC305D5861}" presName="textRect" presStyleLbl="revTx" presStyleIdx="2" presStyleCnt="4">
        <dgm:presLayoutVars>
          <dgm:chMax val="1"/>
          <dgm:chPref val="1"/>
        </dgm:presLayoutVars>
      </dgm:prSet>
      <dgm:spPr/>
    </dgm:pt>
    <dgm:pt modelId="{0B7D789F-09D0-46B7-8EEF-8387DD61BA1A}" type="pres">
      <dgm:prSet presAssocID="{5428D5ED-278B-4C7B-8D1C-1561A2A8E138}" presName="sibTrans" presStyleCnt="0"/>
      <dgm:spPr/>
    </dgm:pt>
    <dgm:pt modelId="{317AEE63-6C58-41C7-A28C-43E691033C2B}" type="pres">
      <dgm:prSet presAssocID="{5343E474-CA1B-4CDF-B8EB-9FA293A91E55}" presName="compNode" presStyleCnt="0"/>
      <dgm:spPr/>
    </dgm:pt>
    <dgm:pt modelId="{F15EB062-6194-451F-8C43-B8EA40FCCEFA}" type="pres">
      <dgm:prSet presAssocID="{5343E474-CA1B-4CDF-B8EB-9FA293A91E5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047F9A2C-04F4-4CD7-866D-B701D9FFEB9A}" type="pres">
      <dgm:prSet presAssocID="{5343E474-CA1B-4CDF-B8EB-9FA293A91E55}" presName="spaceRect" presStyleCnt="0"/>
      <dgm:spPr/>
    </dgm:pt>
    <dgm:pt modelId="{BB8DF06F-205C-4225-AD90-8BE764251BA0}" type="pres">
      <dgm:prSet presAssocID="{5343E474-CA1B-4CDF-B8EB-9FA293A91E5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606BC19-9F14-4D44-9B1B-2CD8D625F8C5}" srcId="{25FFD300-435E-4C0D-823C-8EC74DBDE7F4}" destId="{2D942418-A523-4D69-9D60-CE8739B9B656}" srcOrd="1" destOrd="0" parTransId="{C757189F-A4B1-40B9-BDD6-4BF0C41A510F}" sibTransId="{5BC99BEE-F295-4DC2-A95D-B686BDDD7738}"/>
    <dgm:cxn modelId="{FEE66A38-9762-46CC-BBEB-CFB10FE5F992}" srcId="{25FFD300-435E-4C0D-823C-8EC74DBDE7F4}" destId="{5343E474-CA1B-4CDF-B8EB-9FA293A91E55}" srcOrd="3" destOrd="0" parTransId="{23AA348A-45AE-45EB-A6EE-13F84FC49943}" sibTransId="{573A7382-2F80-4D15-9C91-064A71FF62C0}"/>
    <dgm:cxn modelId="{00C27365-EBBB-4D27-A83A-0DB474017889}" srcId="{25FFD300-435E-4C0D-823C-8EC74DBDE7F4}" destId="{9DB979BF-6CC4-4436-9C3F-E6AC305D5861}" srcOrd="2" destOrd="0" parTransId="{E0DFA088-0AC7-44FD-A986-62AD843DD981}" sibTransId="{5428D5ED-278B-4C7B-8D1C-1561A2A8E138}"/>
    <dgm:cxn modelId="{ED18AC66-0736-4F24-97E8-AB1640B2BAED}" srcId="{25FFD300-435E-4C0D-823C-8EC74DBDE7F4}" destId="{763AF162-8E3D-4BC0-A29D-51605CE3CC5B}" srcOrd="0" destOrd="0" parTransId="{B755C03E-47F7-433A-82D6-38B794FD9296}" sibTransId="{27D79B5F-28B8-4200-B823-F8A30AAAF990}"/>
    <dgm:cxn modelId="{CCAF1148-5FF4-4FD0-9B0E-5E25F53A061E}" type="presOf" srcId="{25FFD300-435E-4C0D-823C-8EC74DBDE7F4}" destId="{03007FC7-AB9D-4DFE-AC63-FAC0593AEA17}" srcOrd="0" destOrd="0" presId="urn:microsoft.com/office/officeart/2018/2/layout/IconLabelList"/>
    <dgm:cxn modelId="{66492959-9A1F-48D4-A8FA-30A0CB254E07}" type="presOf" srcId="{2D942418-A523-4D69-9D60-CE8739B9B656}" destId="{5DC2C10A-87A6-4958-865D-811D25ECF26A}" srcOrd="0" destOrd="0" presId="urn:microsoft.com/office/officeart/2018/2/layout/IconLabelList"/>
    <dgm:cxn modelId="{B66CD598-1DC0-41DE-87EB-26B1B94E0F42}" type="presOf" srcId="{5343E474-CA1B-4CDF-B8EB-9FA293A91E55}" destId="{BB8DF06F-205C-4225-AD90-8BE764251BA0}" srcOrd="0" destOrd="0" presId="urn:microsoft.com/office/officeart/2018/2/layout/IconLabelList"/>
    <dgm:cxn modelId="{D786AAA7-4883-4FF9-92A2-2A7305C99C15}" type="presOf" srcId="{763AF162-8E3D-4BC0-A29D-51605CE3CC5B}" destId="{5D9E2505-573F-4D6B-8D07-C176511DB821}" srcOrd="0" destOrd="0" presId="urn:microsoft.com/office/officeart/2018/2/layout/IconLabelList"/>
    <dgm:cxn modelId="{9D530DFF-5EE5-44A6-B521-295F75D366CD}" type="presOf" srcId="{9DB979BF-6CC4-4436-9C3F-E6AC305D5861}" destId="{6F53C659-AA78-41B7-9D1F-7AC167DFBE2E}" srcOrd="0" destOrd="0" presId="urn:microsoft.com/office/officeart/2018/2/layout/IconLabelList"/>
    <dgm:cxn modelId="{585F982C-E5AD-4992-A588-577DA632C4EF}" type="presParOf" srcId="{03007FC7-AB9D-4DFE-AC63-FAC0593AEA17}" destId="{10FD97C6-E8D0-42AD-B179-C78A4DD2DA51}" srcOrd="0" destOrd="0" presId="urn:microsoft.com/office/officeart/2018/2/layout/IconLabelList"/>
    <dgm:cxn modelId="{60CA4395-A0DA-47BE-BAD0-9ADCED5A6996}" type="presParOf" srcId="{10FD97C6-E8D0-42AD-B179-C78A4DD2DA51}" destId="{B2BA0CA8-F12F-4402-BE02-94CBCB43EDA6}" srcOrd="0" destOrd="0" presId="urn:microsoft.com/office/officeart/2018/2/layout/IconLabelList"/>
    <dgm:cxn modelId="{7B5167EC-3F00-4D4E-8D7D-A7EC0C25339A}" type="presParOf" srcId="{10FD97C6-E8D0-42AD-B179-C78A4DD2DA51}" destId="{BFB051C2-07DE-4ACE-8486-6776F0F47501}" srcOrd="1" destOrd="0" presId="urn:microsoft.com/office/officeart/2018/2/layout/IconLabelList"/>
    <dgm:cxn modelId="{37666BD4-0699-4C0A-85DC-D2A0F75E614B}" type="presParOf" srcId="{10FD97C6-E8D0-42AD-B179-C78A4DD2DA51}" destId="{5D9E2505-573F-4D6B-8D07-C176511DB821}" srcOrd="2" destOrd="0" presId="urn:microsoft.com/office/officeart/2018/2/layout/IconLabelList"/>
    <dgm:cxn modelId="{8AE18C31-AD3C-4D8E-B5FB-714B627B9D65}" type="presParOf" srcId="{03007FC7-AB9D-4DFE-AC63-FAC0593AEA17}" destId="{A0CBD533-12C1-4F48-A9B9-CF062E40F22A}" srcOrd="1" destOrd="0" presId="urn:microsoft.com/office/officeart/2018/2/layout/IconLabelList"/>
    <dgm:cxn modelId="{4F02599F-0D93-4DAA-ACDB-53DED9CCA944}" type="presParOf" srcId="{03007FC7-AB9D-4DFE-AC63-FAC0593AEA17}" destId="{9D601DCB-0CDD-4B40-9CF6-FFD53F73C0EC}" srcOrd="2" destOrd="0" presId="urn:microsoft.com/office/officeart/2018/2/layout/IconLabelList"/>
    <dgm:cxn modelId="{DBEEE540-074E-4B8D-8613-2AF990190ACC}" type="presParOf" srcId="{9D601DCB-0CDD-4B40-9CF6-FFD53F73C0EC}" destId="{5B0BD99A-C120-4152-829B-983F808D556E}" srcOrd="0" destOrd="0" presId="urn:microsoft.com/office/officeart/2018/2/layout/IconLabelList"/>
    <dgm:cxn modelId="{40932CEE-381E-465B-8E67-9223B67F37D9}" type="presParOf" srcId="{9D601DCB-0CDD-4B40-9CF6-FFD53F73C0EC}" destId="{5F598AC0-A400-4D9C-8A39-3CB52BE35F01}" srcOrd="1" destOrd="0" presId="urn:microsoft.com/office/officeart/2018/2/layout/IconLabelList"/>
    <dgm:cxn modelId="{437A980A-BBEF-4FE5-BB0B-758BAD9818E1}" type="presParOf" srcId="{9D601DCB-0CDD-4B40-9CF6-FFD53F73C0EC}" destId="{5DC2C10A-87A6-4958-865D-811D25ECF26A}" srcOrd="2" destOrd="0" presId="urn:microsoft.com/office/officeart/2018/2/layout/IconLabelList"/>
    <dgm:cxn modelId="{FD617D38-9731-42DF-9218-8B2F506865BD}" type="presParOf" srcId="{03007FC7-AB9D-4DFE-AC63-FAC0593AEA17}" destId="{7389E70C-B7CE-4546-A005-501C2D84087D}" srcOrd="3" destOrd="0" presId="urn:microsoft.com/office/officeart/2018/2/layout/IconLabelList"/>
    <dgm:cxn modelId="{7FFD1321-9D75-4F79-9043-94A58247D923}" type="presParOf" srcId="{03007FC7-AB9D-4DFE-AC63-FAC0593AEA17}" destId="{D5C915CA-97F8-4AA1-AE00-B95B2A797418}" srcOrd="4" destOrd="0" presId="urn:microsoft.com/office/officeart/2018/2/layout/IconLabelList"/>
    <dgm:cxn modelId="{5BF918F6-7658-4196-A395-2019D815BE02}" type="presParOf" srcId="{D5C915CA-97F8-4AA1-AE00-B95B2A797418}" destId="{A55FC259-37A5-4598-81A6-3E4DADC31024}" srcOrd="0" destOrd="0" presId="urn:microsoft.com/office/officeart/2018/2/layout/IconLabelList"/>
    <dgm:cxn modelId="{03FA5F23-D7FF-4944-9FF2-92D54C8C246C}" type="presParOf" srcId="{D5C915CA-97F8-4AA1-AE00-B95B2A797418}" destId="{AC31E668-91A8-4529-92AD-ED5DE04CB275}" srcOrd="1" destOrd="0" presId="urn:microsoft.com/office/officeart/2018/2/layout/IconLabelList"/>
    <dgm:cxn modelId="{3A7EF223-C09F-471A-914B-A8FD70D0FBCA}" type="presParOf" srcId="{D5C915CA-97F8-4AA1-AE00-B95B2A797418}" destId="{6F53C659-AA78-41B7-9D1F-7AC167DFBE2E}" srcOrd="2" destOrd="0" presId="urn:microsoft.com/office/officeart/2018/2/layout/IconLabelList"/>
    <dgm:cxn modelId="{046A737E-02E8-4F40-B950-710E2BA50589}" type="presParOf" srcId="{03007FC7-AB9D-4DFE-AC63-FAC0593AEA17}" destId="{0B7D789F-09D0-46B7-8EEF-8387DD61BA1A}" srcOrd="5" destOrd="0" presId="urn:microsoft.com/office/officeart/2018/2/layout/IconLabelList"/>
    <dgm:cxn modelId="{2D5EA25A-C29C-4487-B430-4328269A096B}" type="presParOf" srcId="{03007FC7-AB9D-4DFE-AC63-FAC0593AEA17}" destId="{317AEE63-6C58-41C7-A28C-43E691033C2B}" srcOrd="6" destOrd="0" presId="urn:microsoft.com/office/officeart/2018/2/layout/IconLabelList"/>
    <dgm:cxn modelId="{FEBE6F75-F2D2-4FB6-BA41-50EA98F35357}" type="presParOf" srcId="{317AEE63-6C58-41C7-A28C-43E691033C2B}" destId="{F15EB062-6194-451F-8C43-B8EA40FCCEFA}" srcOrd="0" destOrd="0" presId="urn:microsoft.com/office/officeart/2018/2/layout/IconLabelList"/>
    <dgm:cxn modelId="{C3948BDA-778F-4470-8F32-6A25585C3A91}" type="presParOf" srcId="{317AEE63-6C58-41C7-A28C-43E691033C2B}" destId="{047F9A2C-04F4-4CD7-866D-B701D9FFEB9A}" srcOrd="1" destOrd="0" presId="urn:microsoft.com/office/officeart/2018/2/layout/IconLabelList"/>
    <dgm:cxn modelId="{EBDB44A8-743E-4077-B882-AB6C8551E35A}" type="presParOf" srcId="{317AEE63-6C58-41C7-A28C-43E691033C2B}" destId="{BB8DF06F-205C-4225-AD90-8BE764251BA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FC5FD9E-D057-4745-A286-A95226D8CFC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7BFB439-5823-4467-BD42-C4DE7B168B8E}">
      <dgm:prSet/>
      <dgm:spPr/>
      <dgm:t>
        <a:bodyPr/>
        <a:lstStyle/>
        <a:p>
          <a:pPr>
            <a:defRPr cap="all"/>
          </a:pPr>
          <a:r>
            <a:rPr lang="en-US"/>
            <a:t>• The Equity Research News Tool is a powerful solution for financial analysts.</a:t>
          </a:r>
        </a:p>
      </dgm:t>
    </dgm:pt>
    <dgm:pt modelId="{B2516F21-9DE9-4D8D-892F-249A24168352}" type="parTrans" cxnId="{1A8BFCB8-9150-4DF2-B0A0-257D45377C7C}">
      <dgm:prSet/>
      <dgm:spPr/>
      <dgm:t>
        <a:bodyPr/>
        <a:lstStyle/>
        <a:p>
          <a:endParaRPr lang="en-US"/>
        </a:p>
      </dgm:t>
    </dgm:pt>
    <dgm:pt modelId="{58A4F59B-6982-4BC9-93F0-EEE3CF445606}" type="sibTrans" cxnId="{1A8BFCB8-9150-4DF2-B0A0-257D45377C7C}">
      <dgm:prSet/>
      <dgm:spPr/>
      <dgm:t>
        <a:bodyPr/>
        <a:lstStyle/>
        <a:p>
          <a:endParaRPr lang="en-US"/>
        </a:p>
      </dgm:t>
    </dgm:pt>
    <dgm:pt modelId="{D205A2DF-F55C-4D9B-96BB-7FD3D0391549}">
      <dgm:prSet/>
      <dgm:spPr/>
      <dgm:t>
        <a:bodyPr/>
        <a:lstStyle/>
        <a:p>
          <a:pPr>
            <a:defRPr cap="all"/>
          </a:pPr>
          <a:r>
            <a:rPr lang="en-US"/>
            <a:t>• It leverages AI to extract valuable insights from news articles.</a:t>
          </a:r>
        </a:p>
      </dgm:t>
    </dgm:pt>
    <dgm:pt modelId="{B833DEF0-C80E-4302-8539-AC9E9052E07E}" type="parTrans" cxnId="{1F508F40-95E5-40FC-8336-4C24C9A3C76F}">
      <dgm:prSet/>
      <dgm:spPr/>
      <dgm:t>
        <a:bodyPr/>
        <a:lstStyle/>
        <a:p>
          <a:endParaRPr lang="en-US"/>
        </a:p>
      </dgm:t>
    </dgm:pt>
    <dgm:pt modelId="{BFDA663C-5971-4C48-BEAB-06F00892E162}" type="sibTrans" cxnId="{1F508F40-95E5-40FC-8336-4C24C9A3C76F}">
      <dgm:prSet/>
      <dgm:spPr/>
      <dgm:t>
        <a:bodyPr/>
        <a:lstStyle/>
        <a:p>
          <a:endParaRPr lang="en-US"/>
        </a:p>
      </dgm:t>
    </dgm:pt>
    <dgm:pt modelId="{B1882E0E-B8C4-4519-BCFA-3CFAE9F807C1}">
      <dgm:prSet/>
      <dgm:spPr/>
      <dgm:t>
        <a:bodyPr/>
        <a:lstStyle/>
        <a:p>
          <a:pPr>
            <a:defRPr cap="all"/>
          </a:pPr>
          <a:r>
            <a:rPr lang="en-US"/>
            <a:t>• Enhances decision-making and market trend analysis with quick summaries.</a:t>
          </a:r>
        </a:p>
      </dgm:t>
    </dgm:pt>
    <dgm:pt modelId="{0DE0DAFC-E224-4FE2-BE43-D4E06DD2E7F9}" type="parTrans" cxnId="{074BC8F3-C748-4F6B-873F-B55F2AF498B3}">
      <dgm:prSet/>
      <dgm:spPr/>
      <dgm:t>
        <a:bodyPr/>
        <a:lstStyle/>
        <a:p>
          <a:endParaRPr lang="en-US"/>
        </a:p>
      </dgm:t>
    </dgm:pt>
    <dgm:pt modelId="{E293AB9A-8185-4510-86E2-AAA79EF4578C}" type="sibTrans" cxnId="{074BC8F3-C748-4F6B-873F-B55F2AF498B3}">
      <dgm:prSet/>
      <dgm:spPr/>
      <dgm:t>
        <a:bodyPr/>
        <a:lstStyle/>
        <a:p>
          <a:endParaRPr lang="en-US"/>
        </a:p>
      </dgm:t>
    </dgm:pt>
    <dgm:pt modelId="{18675439-E731-42AF-99AD-0DC49F35F984}" type="pres">
      <dgm:prSet presAssocID="{AFC5FD9E-D057-4745-A286-A95226D8CFCB}" presName="root" presStyleCnt="0">
        <dgm:presLayoutVars>
          <dgm:dir/>
          <dgm:resizeHandles val="exact"/>
        </dgm:presLayoutVars>
      </dgm:prSet>
      <dgm:spPr/>
    </dgm:pt>
    <dgm:pt modelId="{E082B6A8-1377-46D6-BBDA-E747E3B240B3}" type="pres">
      <dgm:prSet presAssocID="{C7BFB439-5823-4467-BD42-C4DE7B168B8E}" presName="compNode" presStyleCnt="0"/>
      <dgm:spPr/>
    </dgm:pt>
    <dgm:pt modelId="{766395DA-0A4F-4060-B608-D6DD6C774E3A}" type="pres">
      <dgm:prSet presAssocID="{C7BFB439-5823-4467-BD42-C4DE7B168B8E}" presName="iconBgRect" presStyleLbl="bgShp" presStyleIdx="0" presStyleCnt="3"/>
      <dgm:spPr/>
    </dgm:pt>
    <dgm:pt modelId="{7FCEEF71-99E9-45D8-B686-8A65B0EDCA83}" type="pres">
      <dgm:prSet presAssocID="{C7BFB439-5823-4467-BD42-C4DE7B168B8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7A0FE39A-0C87-4C56-BE88-C9994D568A35}" type="pres">
      <dgm:prSet presAssocID="{C7BFB439-5823-4467-BD42-C4DE7B168B8E}" presName="spaceRect" presStyleCnt="0"/>
      <dgm:spPr/>
    </dgm:pt>
    <dgm:pt modelId="{69E48441-A96E-4228-A178-8A23777B7E28}" type="pres">
      <dgm:prSet presAssocID="{C7BFB439-5823-4467-BD42-C4DE7B168B8E}" presName="textRect" presStyleLbl="revTx" presStyleIdx="0" presStyleCnt="3">
        <dgm:presLayoutVars>
          <dgm:chMax val="1"/>
          <dgm:chPref val="1"/>
        </dgm:presLayoutVars>
      </dgm:prSet>
      <dgm:spPr/>
    </dgm:pt>
    <dgm:pt modelId="{C015FE7C-4887-4B87-ADAC-BA95004024B7}" type="pres">
      <dgm:prSet presAssocID="{58A4F59B-6982-4BC9-93F0-EEE3CF445606}" presName="sibTrans" presStyleCnt="0"/>
      <dgm:spPr/>
    </dgm:pt>
    <dgm:pt modelId="{279A317B-6696-4829-84DA-46D4D7B3E9C3}" type="pres">
      <dgm:prSet presAssocID="{D205A2DF-F55C-4D9B-96BB-7FD3D0391549}" presName="compNode" presStyleCnt="0"/>
      <dgm:spPr/>
    </dgm:pt>
    <dgm:pt modelId="{05A60F42-905E-40C5-A0C8-C6838FFDC3B7}" type="pres">
      <dgm:prSet presAssocID="{D205A2DF-F55C-4D9B-96BB-7FD3D0391549}" presName="iconBgRect" presStyleLbl="bgShp" presStyleIdx="1" presStyleCnt="3"/>
      <dgm:spPr/>
    </dgm:pt>
    <dgm:pt modelId="{6AE06DD8-84ED-4DB1-B5ED-D36C51E9C211}" type="pres">
      <dgm:prSet presAssocID="{D205A2DF-F55C-4D9B-96BB-7FD3D039154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59317B44-BF7C-45E3-ADE5-EF1E23B9F831}" type="pres">
      <dgm:prSet presAssocID="{D205A2DF-F55C-4D9B-96BB-7FD3D0391549}" presName="spaceRect" presStyleCnt="0"/>
      <dgm:spPr/>
    </dgm:pt>
    <dgm:pt modelId="{5EDCF5D9-9513-4B6F-9BB8-723998FDCDA2}" type="pres">
      <dgm:prSet presAssocID="{D205A2DF-F55C-4D9B-96BB-7FD3D0391549}" presName="textRect" presStyleLbl="revTx" presStyleIdx="1" presStyleCnt="3">
        <dgm:presLayoutVars>
          <dgm:chMax val="1"/>
          <dgm:chPref val="1"/>
        </dgm:presLayoutVars>
      </dgm:prSet>
      <dgm:spPr/>
    </dgm:pt>
    <dgm:pt modelId="{A75A74DF-DDF7-4298-91F9-90C9956F2085}" type="pres">
      <dgm:prSet presAssocID="{BFDA663C-5971-4C48-BEAB-06F00892E162}" presName="sibTrans" presStyleCnt="0"/>
      <dgm:spPr/>
    </dgm:pt>
    <dgm:pt modelId="{89EFDEFA-5261-40C9-9F2F-F4474CE6E2A1}" type="pres">
      <dgm:prSet presAssocID="{B1882E0E-B8C4-4519-BCFA-3CFAE9F807C1}" presName="compNode" presStyleCnt="0"/>
      <dgm:spPr/>
    </dgm:pt>
    <dgm:pt modelId="{8B10D18F-B4B8-4EC7-B0D5-6D36E55108F9}" type="pres">
      <dgm:prSet presAssocID="{B1882E0E-B8C4-4519-BCFA-3CFAE9F807C1}" presName="iconBgRect" presStyleLbl="bgShp" presStyleIdx="2" presStyleCnt="3"/>
      <dgm:spPr/>
    </dgm:pt>
    <dgm:pt modelId="{25FE73D9-C277-4A9D-983D-1A3408F8DC7A}" type="pres">
      <dgm:prSet presAssocID="{B1882E0E-B8C4-4519-BCFA-3CFAE9F807C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C99D3FB-61A1-48C5-A2D2-21B6C2DDE970}" type="pres">
      <dgm:prSet presAssocID="{B1882E0E-B8C4-4519-BCFA-3CFAE9F807C1}" presName="spaceRect" presStyleCnt="0"/>
      <dgm:spPr/>
    </dgm:pt>
    <dgm:pt modelId="{5C3C890F-1919-48BA-8AD0-1B471673C963}" type="pres">
      <dgm:prSet presAssocID="{B1882E0E-B8C4-4519-BCFA-3CFAE9F807C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002F118-B191-4568-9D3D-3A1AD49C02A3}" type="presOf" srcId="{D205A2DF-F55C-4D9B-96BB-7FD3D0391549}" destId="{5EDCF5D9-9513-4B6F-9BB8-723998FDCDA2}" srcOrd="0" destOrd="0" presId="urn:microsoft.com/office/officeart/2018/5/layout/IconCircleLabelList"/>
    <dgm:cxn modelId="{1F508F40-95E5-40FC-8336-4C24C9A3C76F}" srcId="{AFC5FD9E-D057-4745-A286-A95226D8CFCB}" destId="{D205A2DF-F55C-4D9B-96BB-7FD3D0391549}" srcOrd="1" destOrd="0" parTransId="{B833DEF0-C80E-4302-8539-AC9E9052E07E}" sibTransId="{BFDA663C-5971-4C48-BEAB-06F00892E162}"/>
    <dgm:cxn modelId="{4936B16F-6C66-41EA-B680-173F63830F65}" type="presOf" srcId="{C7BFB439-5823-4467-BD42-C4DE7B168B8E}" destId="{69E48441-A96E-4228-A178-8A23777B7E28}" srcOrd="0" destOrd="0" presId="urn:microsoft.com/office/officeart/2018/5/layout/IconCircleLabelList"/>
    <dgm:cxn modelId="{E05F6898-0089-4BA7-B96E-F0865588BF1B}" type="presOf" srcId="{B1882E0E-B8C4-4519-BCFA-3CFAE9F807C1}" destId="{5C3C890F-1919-48BA-8AD0-1B471673C963}" srcOrd="0" destOrd="0" presId="urn:microsoft.com/office/officeart/2018/5/layout/IconCircleLabelList"/>
    <dgm:cxn modelId="{638807A1-F8EA-40FC-822E-CEF937E6E764}" type="presOf" srcId="{AFC5FD9E-D057-4745-A286-A95226D8CFCB}" destId="{18675439-E731-42AF-99AD-0DC49F35F984}" srcOrd="0" destOrd="0" presId="urn:microsoft.com/office/officeart/2018/5/layout/IconCircleLabelList"/>
    <dgm:cxn modelId="{1A8BFCB8-9150-4DF2-B0A0-257D45377C7C}" srcId="{AFC5FD9E-D057-4745-A286-A95226D8CFCB}" destId="{C7BFB439-5823-4467-BD42-C4DE7B168B8E}" srcOrd="0" destOrd="0" parTransId="{B2516F21-9DE9-4D8D-892F-249A24168352}" sibTransId="{58A4F59B-6982-4BC9-93F0-EEE3CF445606}"/>
    <dgm:cxn modelId="{074BC8F3-C748-4F6B-873F-B55F2AF498B3}" srcId="{AFC5FD9E-D057-4745-A286-A95226D8CFCB}" destId="{B1882E0E-B8C4-4519-BCFA-3CFAE9F807C1}" srcOrd="2" destOrd="0" parTransId="{0DE0DAFC-E224-4FE2-BE43-D4E06DD2E7F9}" sibTransId="{E293AB9A-8185-4510-86E2-AAA79EF4578C}"/>
    <dgm:cxn modelId="{B247BAD8-FEC6-4707-9417-179935FF2592}" type="presParOf" srcId="{18675439-E731-42AF-99AD-0DC49F35F984}" destId="{E082B6A8-1377-46D6-BBDA-E747E3B240B3}" srcOrd="0" destOrd="0" presId="urn:microsoft.com/office/officeart/2018/5/layout/IconCircleLabelList"/>
    <dgm:cxn modelId="{87A9BBF1-8D9F-445F-907F-CB5E30D9F4F1}" type="presParOf" srcId="{E082B6A8-1377-46D6-BBDA-E747E3B240B3}" destId="{766395DA-0A4F-4060-B608-D6DD6C774E3A}" srcOrd="0" destOrd="0" presId="urn:microsoft.com/office/officeart/2018/5/layout/IconCircleLabelList"/>
    <dgm:cxn modelId="{6B2090DE-44D6-48E7-8F0B-A31B933E9C96}" type="presParOf" srcId="{E082B6A8-1377-46D6-BBDA-E747E3B240B3}" destId="{7FCEEF71-99E9-45D8-B686-8A65B0EDCA83}" srcOrd="1" destOrd="0" presId="urn:microsoft.com/office/officeart/2018/5/layout/IconCircleLabelList"/>
    <dgm:cxn modelId="{D24E62ED-294A-4ACA-B89B-01A12CDA91B5}" type="presParOf" srcId="{E082B6A8-1377-46D6-BBDA-E747E3B240B3}" destId="{7A0FE39A-0C87-4C56-BE88-C9994D568A35}" srcOrd="2" destOrd="0" presId="urn:microsoft.com/office/officeart/2018/5/layout/IconCircleLabelList"/>
    <dgm:cxn modelId="{F586C7E7-612A-4A41-86D0-548210DE7C2A}" type="presParOf" srcId="{E082B6A8-1377-46D6-BBDA-E747E3B240B3}" destId="{69E48441-A96E-4228-A178-8A23777B7E28}" srcOrd="3" destOrd="0" presId="urn:microsoft.com/office/officeart/2018/5/layout/IconCircleLabelList"/>
    <dgm:cxn modelId="{6F0CB114-CAC9-42A7-898C-5412C0F5FE1A}" type="presParOf" srcId="{18675439-E731-42AF-99AD-0DC49F35F984}" destId="{C015FE7C-4887-4B87-ADAC-BA95004024B7}" srcOrd="1" destOrd="0" presId="urn:microsoft.com/office/officeart/2018/5/layout/IconCircleLabelList"/>
    <dgm:cxn modelId="{A2BCA293-65DD-4222-9676-68CE4B58A475}" type="presParOf" srcId="{18675439-E731-42AF-99AD-0DC49F35F984}" destId="{279A317B-6696-4829-84DA-46D4D7B3E9C3}" srcOrd="2" destOrd="0" presId="urn:microsoft.com/office/officeart/2018/5/layout/IconCircleLabelList"/>
    <dgm:cxn modelId="{09780ECD-8F6F-4EFF-96A0-C23720C8F546}" type="presParOf" srcId="{279A317B-6696-4829-84DA-46D4D7B3E9C3}" destId="{05A60F42-905E-40C5-A0C8-C6838FFDC3B7}" srcOrd="0" destOrd="0" presId="urn:microsoft.com/office/officeart/2018/5/layout/IconCircleLabelList"/>
    <dgm:cxn modelId="{4FD5705C-61F4-4B5A-962D-0A1B43001C86}" type="presParOf" srcId="{279A317B-6696-4829-84DA-46D4D7B3E9C3}" destId="{6AE06DD8-84ED-4DB1-B5ED-D36C51E9C211}" srcOrd="1" destOrd="0" presId="urn:microsoft.com/office/officeart/2018/5/layout/IconCircleLabelList"/>
    <dgm:cxn modelId="{73741BFB-E5AA-480D-8695-4120FF220B33}" type="presParOf" srcId="{279A317B-6696-4829-84DA-46D4D7B3E9C3}" destId="{59317B44-BF7C-45E3-ADE5-EF1E23B9F831}" srcOrd="2" destOrd="0" presId="urn:microsoft.com/office/officeart/2018/5/layout/IconCircleLabelList"/>
    <dgm:cxn modelId="{BA210E30-90C2-4F7C-83DD-29DA0B2CFE38}" type="presParOf" srcId="{279A317B-6696-4829-84DA-46D4D7B3E9C3}" destId="{5EDCF5D9-9513-4B6F-9BB8-723998FDCDA2}" srcOrd="3" destOrd="0" presId="urn:microsoft.com/office/officeart/2018/5/layout/IconCircleLabelList"/>
    <dgm:cxn modelId="{A2D56C6E-D123-4D6E-A847-75F5A4D95768}" type="presParOf" srcId="{18675439-E731-42AF-99AD-0DC49F35F984}" destId="{A75A74DF-DDF7-4298-91F9-90C9956F2085}" srcOrd="3" destOrd="0" presId="urn:microsoft.com/office/officeart/2018/5/layout/IconCircleLabelList"/>
    <dgm:cxn modelId="{B96A6BD0-46B5-4BDD-AA59-D7D7B470AD5D}" type="presParOf" srcId="{18675439-E731-42AF-99AD-0DC49F35F984}" destId="{89EFDEFA-5261-40C9-9F2F-F4474CE6E2A1}" srcOrd="4" destOrd="0" presId="urn:microsoft.com/office/officeart/2018/5/layout/IconCircleLabelList"/>
    <dgm:cxn modelId="{1D67098C-475F-4852-A929-2BFBB7136315}" type="presParOf" srcId="{89EFDEFA-5261-40C9-9F2F-F4474CE6E2A1}" destId="{8B10D18F-B4B8-4EC7-B0D5-6D36E55108F9}" srcOrd="0" destOrd="0" presId="urn:microsoft.com/office/officeart/2018/5/layout/IconCircleLabelList"/>
    <dgm:cxn modelId="{61BC2378-CF59-4C84-B115-99261C9ED861}" type="presParOf" srcId="{89EFDEFA-5261-40C9-9F2F-F4474CE6E2A1}" destId="{25FE73D9-C277-4A9D-983D-1A3408F8DC7A}" srcOrd="1" destOrd="0" presId="urn:microsoft.com/office/officeart/2018/5/layout/IconCircleLabelList"/>
    <dgm:cxn modelId="{F83873BA-B059-49B7-AA17-30F2C3DE0957}" type="presParOf" srcId="{89EFDEFA-5261-40C9-9F2F-F4474CE6E2A1}" destId="{5C99D3FB-61A1-48C5-A2D2-21B6C2DDE970}" srcOrd="2" destOrd="0" presId="urn:microsoft.com/office/officeart/2018/5/layout/IconCircleLabelList"/>
    <dgm:cxn modelId="{DBB882AA-EF20-4F4B-B946-A21DDCE298D7}" type="presParOf" srcId="{89EFDEFA-5261-40C9-9F2F-F4474CE6E2A1}" destId="{5C3C890F-1919-48BA-8AD0-1B471673C96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920B9E-E892-4FC6-A56D-9D10B0584A15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F4724F-C32C-43D5-9432-06D775001D5A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The Equity Research News Tool fetches and summarizes relevant news articles.</a:t>
          </a:r>
        </a:p>
      </dsp:txBody>
      <dsp:txXfrm>
        <a:off x="78583" y="2435142"/>
        <a:ext cx="2399612" cy="720000"/>
      </dsp:txXfrm>
    </dsp:sp>
    <dsp:sp modelId="{FB9D7D81-2867-4389-AF38-E54A8BF82922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CCE44-ED71-4A3B-AD01-E32B7D74CFC5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It assists researchers and analysts in quickly understanding key market trends.</a:t>
          </a:r>
        </a:p>
      </dsp:txBody>
      <dsp:txXfrm>
        <a:off x="2898129" y="2435142"/>
        <a:ext cx="2399612" cy="720000"/>
      </dsp:txXfrm>
    </dsp:sp>
    <dsp:sp modelId="{B3717F05-BE9B-4746-A9D1-376BCA7A415F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8C544D-71EE-4E0D-803F-E854455DC479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Uses LangChain, NewsAPI, and Streamlit for AI-driven insights.</a:t>
          </a:r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5FD633-3C36-4BC4-AFFD-5060C6332BD8}">
      <dsp:nvSpPr>
        <dsp:cNvPr id="0" name=""/>
        <dsp:cNvSpPr/>
      </dsp:nvSpPr>
      <dsp:spPr>
        <a:xfrm>
          <a:off x="0" y="671"/>
          <a:ext cx="4395818" cy="15719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5D4F47-875D-4542-9179-B584B1A88F72}">
      <dsp:nvSpPr>
        <dsp:cNvPr id="0" name=""/>
        <dsp:cNvSpPr/>
      </dsp:nvSpPr>
      <dsp:spPr>
        <a:xfrm>
          <a:off x="475513" y="354359"/>
          <a:ext cx="864569" cy="8645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A946C3-0D00-4C95-BE82-655C1FF1F261}">
      <dsp:nvSpPr>
        <dsp:cNvPr id="0" name=""/>
        <dsp:cNvSpPr/>
      </dsp:nvSpPr>
      <dsp:spPr>
        <a:xfrm>
          <a:off x="1815596" y="671"/>
          <a:ext cx="2580221" cy="1571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364" tIns="166364" rIns="166364" bIns="16636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NewsAPI: Fetches real-time articles based on user query.</a:t>
          </a:r>
        </a:p>
      </dsp:txBody>
      <dsp:txXfrm>
        <a:off x="1815596" y="671"/>
        <a:ext cx="2580221" cy="1571944"/>
      </dsp:txXfrm>
    </dsp:sp>
    <dsp:sp modelId="{539B702A-263A-4BBB-81ED-F752CD3EDCDC}">
      <dsp:nvSpPr>
        <dsp:cNvPr id="0" name=""/>
        <dsp:cNvSpPr/>
      </dsp:nvSpPr>
      <dsp:spPr>
        <a:xfrm>
          <a:off x="0" y="1965602"/>
          <a:ext cx="4395818" cy="15719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EFFAF3-ECCE-442D-9485-0EBFE1EB9C3A}">
      <dsp:nvSpPr>
        <dsp:cNvPr id="0" name=""/>
        <dsp:cNvSpPr/>
      </dsp:nvSpPr>
      <dsp:spPr>
        <a:xfrm>
          <a:off x="475513" y="2319290"/>
          <a:ext cx="864569" cy="8645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DAB6A5-981A-4BC1-A44E-0A534BF74B15}">
      <dsp:nvSpPr>
        <dsp:cNvPr id="0" name=""/>
        <dsp:cNvSpPr/>
      </dsp:nvSpPr>
      <dsp:spPr>
        <a:xfrm>
          <a:off x="1815596" y="1965602"/>
          <a:ext cx="2580221" cy="1571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364" tIns="166364" rIns="166364" bIns="16636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LangChain with Groq LLM: Generates summarized insights from news articles.</a:t>
          </a:r>
        </a:p>
      </dsp:txBody>
      <dsp:txXfrm>
        <a:off x="1815596" y="1965602"/>
        <a:ext cx="2580221" cy="1571944"/>
      </dsp:txXfrm>
    </dsp:sp>
    <dsp:sp modelId="{B8584D7F-DF1C-440B-889F-9CD5A132AB11}">
      <dsp:nvSpPr>
        <dsp:cNvPr id="0" name=""/>
        <dsp:cNvSpPr/>
      </dsp:nvSpPr>
      <dsp:spPr>
        <a:xfrm>
          <a:off x="0" y="3930533"/>
          <a:ext cx="4395818" cy="15719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AE7047-A5E7-46BE-AF89-2305435BEDE4}">
      <dsp:nvSpPr>
        <dsp:cNvPr id="0" name=""/>
        <dsp:cNvSpPr/>
      </dsp:nvSpPr>
      <dsp:spPr>
        <a:xfrm>
          <a:off x="475513" y="4284221"/>
          <a:ext cx="864569" cy="8645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D4632-70EF-40B4-BF29-4BE2ECEB7416}">
      <dsp:nvSpPr>
        <dsp:cNvPr id="0" name=""/>
        <dsp:cNvSpPr/>
      </dsp:nvSpPr>
      <dsp:spPr>
        <a:xfrm>
          <a:off x="1815596" y="3930533"/>
          <a:ext cx="2580221" cy="1571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364" tIns="166364" rIns="166364" bIns="16636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Streamlit: Provides an interactive user interface with authentication.</a:t>
          </a:r>
        </a:p>
      </dsp:txBody>
      <dsp:txXfrm>
        <a:off x="1815596" y="3930533"/>
        <a:ext cx="2580221" cy="15719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8AC25A-0CBA-4D87-B3AF-72A2F485DF5B}">
      <dsp:nvSpPr>
        <dsp:cNvPr id="0" name=""/>
        <dsp:cNvSpPr/>
      </dsp:nvSpPr>
      <dsp:spPr>
        <a:xfrm>
          <a:off x="0" y="61520"/>
          <a:ext cx="5000124" cy="10108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✔️ Fetches latest news articles using NewsAPI</a:t>
          </a:r>
        </a:p>
      </dsp:txBody>
      <dsp:txXfrm>
        <a:off x="49347" y="110867"/>
        <a:ext cx="4901430" cy="912185"/>
      </dsp:txXfrm>
    </dsp:sp>
    <dsp:sp modelId="{EBB16FEF-A316-4FF7-86A5-A2BBC7747A49}">
      <dsp:nvSpPr>
        <dsp:cNvPr id="0" name=""/>
        <dsp:cNvSpPr/>
      </dsp:nvSpPr>
      <dsp:spPr>
        <a:xfrm>
          <a:off x="0" y="1141520"/>
          <a:ext cx="5000124" cy="1010879"/>
        </a:xfrm>
        <a:prstGeom prst="roundRect">
          <a:avLst/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✔️ Summarizes news using LangChain and Groq LLM</a:t>
          </a:r>
        </a:p>
      </dsp:txBody>
      <dsp:txXfrm>
        <a:off x="49347" y="1190867"/>
        <a:ext cx="4901430" cy="912185"/>
      </dsp:txXfrm>
    </dsp:sp>
    <dsp:sp modelId="{D3AEFE58-D33D-47C7-B411-1192DA170F5E}">
      <dsp:nvSpPr>
        <dsp:cNvPr id="0" name=""/>
        <dsp:cNvSpPr/>
      </dsp:nvSpPr>
      <dsp:spPr>
        <a:xfrm>
          <a:off x="0" y="2221520"/>
          <a:ext cx="5000124" cy="1010879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✔️ User authentication for secure access</a:t>
          </a:r>
        </a:p>
      </dsp:txBody>
      <dsp:txXfrm>
        <a:off x="49347" y="2270867"/>
        <a:ext cx="4901430" cy="912185"/>
      </dsp:txXfrm>
    </dsp:sp>
    <dsp:sp modelId="{77558D38-74A0-4388-8026-7BAF43D37109}">
      <dsp:nvSpPr>
        <dsp:cNvPr id="0" name=""/>
        <dsp:cNvSpPr/>
      </dsp:nvSpPr>
      <dsp:spPr>
        <a:xfrm>
          <a:off x="0" y="3301519"/>
          <a:ext cx="5000124" cy="1010879"/>
        </a:xfrm>
        <a:prstGeom prst="roundRect">
          <a:avLst/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✔️ Interactive UI built with Streamlit</a:t>
          </a:r>
        </a:p>
      </dsp:txBody>
      <dsp:txXfrm>
        <a:off x="49347" y="3350866"/>
        <a:ext cx="4901430" cy="912185"/>
      </dsp:txXfrm>
    </dsp:sp>
    <dsp:sp modelId="{3C381F13-4678-4619-9112-FF803DC2B7F2}">
      <dsp:nvSpPr>
        <dsp:cNvPr id="0" name=""/>
        <dsp:cNvSpPr/>
      </dsp:nvSpPr>
      <dsp:spPr>
        <a:xfrm>
          <a:off x="0" y="4381520"/>
          <a:ext cx="5000124" cy="101087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✔️ Displays a structured summary</a:t>
          </a:r>
        </a:p>
      </dsp:txBody>
      <dsp:txXfrm>
        <a:off x="49347" y="4430867"/>
        <a:ext cx="4901430" cy="9121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68CC63-77DD-41D3-B096-7C5DAAF5F2A1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7423F58-66B4-4AEB-9BA0-7834A9C91A83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Elegant and intuitive UI for seamless interaction.</a:t>
          </a:r>
        </a:p>
      </dsp:txBody>
      <dsp:txXfrm>
        <a:off x="0" y="2663"/>
        <a:ext cx="5000124" cy="1816197"/>
      </dsp:txXfrm>
    </dsp:sp>
    <dsp:sp modelId="{433520DB-2ED4-4F96-ADF1-5C233252F4D9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DA43C32-D792-4EE4-A603-1DA460F06A16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Uses custom CSS for enhanced styling.</a:t>
          </a:r>
        </a:p>
      </dsp:txBody>
      <dsp:txXfrm>
        <a:off x="0" y="1818861"/>
        <a:ext cx="5000124" cy="1816197"/>
      </dsp:txXfrm>
    </dsp:sp>
    <dsp:sp modelId="{F04296C5-1118-48B7-B5BF-37315E4887DF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220B25-9A21-427C-901C-49FEFC410637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Displays an image, input box, and summary results in a clean format.</a:t>
          </a:r>
        </a:p>
      </dsp:txBody>
      <dsp:txXfrm>
        <a:off x="0" y="3635058"/>
        <a:ext cx="5000124" cy="18161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BB734C-77A6-4F77-83B6-A7BC903D339E}">
      <dsp:nvSpPr>
        <dsp:cNvPr id="0" name=""/>
        <dsp:cNvSpPr/>
      </dsp:nvSpPr>
      <dsp:spPr>
        <a:xfrm>
          <a:off x="530099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1F1397-658C-4F90-9BC7-3DE2549D7AA4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F2E880-ABBD-4203-BB01-A83B78F1E91B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Implements a simple login system using Streamlit session state.</a:t>
          </a:r>
        </a:p>
      </dsp:txBody>
      <dsp:txXfrm>
        <a:off x="80381" y="2738169"/>
        <a:ext cx="2306250" cy="720000"/>
      </dsp:txXfrm>
    </dsp:sp>
    <dsp:sp modelId="{1F54A3BD-1BE5-4F04-947F-A5F19BD4737A}">
      <dsp:nvSpPr>
        <dsp:cNvPr id="0" name=""/>
        <dsp:cNvSpPr/>
      </dsp:nvSpPr>
      <dsp:spPr>
        <a:xfrm>
          <a:off x="3239943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D57541-3330-4600-81E7-7DC9E098333E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5BB5F-3A26-4677-B6FE-D7D36E89C0DF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Credentials stored securely for controlled access.</a:t>
          </a:r>
        </a:p>
      </dsp:txBody>
      <dsp:txXfrm>
        <a:off x="2790224" y="2738169"/>
        <a:ext cx="2306250" cy="720000"/>
      </dsp:txXfrm>
    </dsp:sp>
    <dsp:sp modelId="{D82D8BA4-48DF-4353-975F-5C1ABBE1618E}">
      <dsp:nvSpPr>
        <dsp:cNvPr id="0" name=""/>
        <dsp:cNvSpPr/>
      </dsp:nvSpPr>
      <dsp:spPr>
        <a:xfrm>
          <a:off x="5949787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EC6959-2901-47E0-8125-378D2CF680E4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A1F290-D087-4948-BE1A-38AE03E9054E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Ensures only authorized users can use the tool.</a:t>
          </a:r>
        </a:p>
      </dsp:txBody>
      <dsp:txXfrm>
        <a:off x="5500068" y="2738169"/>
        <a:ext cx="23062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656DCB-5C1E-4193-8A95-69642A87E043}">
      <dsp:nvSpPr>
        <dsp:cNvPr id="0" name=""/>
        <dsp:cNvSpPr/>
      </dsp:nvSpPr>
      <dsp:spPr>
        <a:xfrm>
          <a:off x="0" y="0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1️⃣ User logs in with valid credentials.</a:t>
          </a:r>
        </a:p>
      </dsp:txBody>
      <dsp:txXfrm>
        <a:off x="19451" y="19451"/>
        <a:ext cx="5516512" cy="625190"/>
      </dsp:txXfrm>
    </dsp:sp>
    <dsp:sp modelId="{93658B0F-BE49-492D-9733-B56370900BD9}">
      <dsp:nvSpPr>
        <dsp:cNvPr id="0" name=""/>
        <dsp:cNvSpPr/>
      </dsp:nvSpPr>
      <dsp:spPr>
        <a:xfrm>
          <a:off x="471262" y="756328"/>
          <a:ext cx="6310820" cy="6640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2️⃣ Inputs a query (e.g., 'Impact of inflation on stock markets').</a:t>
          </a:r>
        </a:p>
      </dsp:txBody>
      <dsp:txXfrm>
        <a:off x="490713" y="775779"/>
        <a:ext cx="5368995" cy="625190"/>
      </dsp:txXfrm>
    </dsp:sp>
    <dsp:sp modelId="{3A5BB8F8-6478-4C7E-8111-FA1CDB301278}">
      <dsp:nvSpPr>
        <dsp:cNvPr id="0" name=""/>
        <dsp:cNvSpPr/>
      </dsp:nvSpPr>
      <dsp:spPr>
        <a:xfrm>
          <a:off x="942525" y="1512656"/>
          <a:ext cx="6310820" cy="66409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3️⃣ The tool fetches top 5 news articles from NewsAPI.</a:t>
          </a:r>
        </a:p>
      </dsp:txBody>
      <dsp:txXfrm>
        <a:off x="961976" y="1532107"/>
        <a:ext cx="5368995" cy="625190"/>
      </dsp:txXfrm>
    </dsp:sp>
    <dsp:sp modelId="{BEDB29F8-1359-4509-9B5F-6F0DE777342A}">
      <dsp:nvSpPr>
        <dsp:cNvPr id="0" name=""/>
        <dsp:cNvSpPr/>
      </dsp:nvSpPr>
      <dsp:spPr>
        <a:xfrm>
          <a:off x="1413787" y="2268984"/>
          <a:ext cx="6310820" cy="66409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4️⃣ Summaries are generated using Groq LLM via LangChain.</a:t>
          </a:r>
        </a:p>
      </dsp:txBody>
      <dsp:txXfrm>
        <a:off x="1433238" y="2288435"/>
        <a:ext cx="5368995" cy="625190"/>
      </dsp:txXfrm>
    </dsp:sp>
    <dsp:sp modelId="{4C34EF40-90D8-4E32-978B-DFFB3ECD03ED}">
      <dsp:nvSpPr>
        <dsp:cNvPr id="0" name=""/>
        <dsp:cNvSpPr/>
      </dsp:nvSpPr>
      <dsp:spPr>
        <a:xfrm>
          <a:off x="1885050" y="3025312"/>
          <a:ext cx="6310820" cy="66409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5️⃣ A structured summary is displayed with key insights.</a:t>
          </a:r>
        </a:p>
      </dsp:txBody>
      <dsp:txXfrm>
        <a:off x="1904501" y="3044763"/>
        <a:ext cx="5368995" cy="625190"/>
      </dsp:txXfrm>
    </dsp:sp>
    <dsp:sp modelId="{16912C81-03A8-413A-B8D9-8D3636E46489}">
      <dsp:nvSpPr>
        <dsp:cNvPr id="0" name=""/>
        <dsp:cNvSpPr/>
      </dsp:nvSpPr>
      <dsp:spPr>
        <a:xfrm>
          <a:off x="5879160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976283" y="485156"/>
        <a:ext cx="237414" cy="324824"/>
      </dsp:txXfrm>
    </dsp:sp>
    <dsp:sp modelId="{BEE79BA3-90C1-483B-9F86-8FF898A014F8}">
      <dsp:nvSpPr>
        <dsp:cNvPr id="0" name=""/>
        <dsp:cNvSpPr/>
      </dsp:nvSpPr>
      <dsp:spPr>
        <a:xfrm>
          <a:off x="6350422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447545" y="1241484"/>
        <a:ext cx="237414" cy="324824"/>
      </dsp:txXfrm>
    </dsp:sp>
    <dsp:sp modelId="{BAA4D465-5DA8-4D97-86BB-7EFF45963CCA}">
      <dsp:nvSpPr>
        <dsp:cNvPr id="0" name=""/>
        <dsp:cNvSpPr/>
      </dsp:nvSpPr>
      <dsp:spPr>
        <a:xfrm>
          <a:off x="6821685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918808" y="1986744"/>
        <a:ext cx="237414" cy="324824"/>
      </dsp:txXfrm>
    </dsp:sp>
    <dsp:sp modelId="{691B1E3D-D9F0-4939-B938-6A25A79A155D}">
      <dsp:nvSpPr>
        <dsp:cNvPr id="0" name=""/>
        <dsp:cNvSpPr/>
      </dsp:nvSpPr>
      <dsp:spPr>
        <a:xfrm>
          <a:off x="729294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390071" y="2750451"/>
        <a:ext cx="237414" cy="3248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BA0CA8-F12F-4402-BE02-94CBCB43EDA6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E2505-573F-4D6B-8D07-C176511DB821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✅ Saves time by summarizing news instantly.</a:t>
          </a:r>
        </a:p>
      </dsp:txBody>
      <dsp:txXfrm>
        <a:off x="25435" y="2276522"/>
        <a:ext cx="1800000" cy="720000"/>
      </dsp:txXfrm>
    </dsp:sp>
    <dsp:sp modelId="{5B0BD99A-C120-4152-829B-983F808D556E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C2C10A-87A6-4958-865D-811D25ECF26A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✅ Helps equity researchers and analysts with quick insights.</a:t>
          </a:r>
        </a:p>
      </dsp:txBody>
      <dsp:txXfrm>
        <a:off x="2140435" y="2276522"/>
        <a:ext cx="1800000" cy="720000"/>
      </dsp:txXfrm>
    </dsp:sp>
    <dsp:sp modelId="{A55FC259-37A5-4598-81A6-3E4DADC31024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53C659-AA78-41B7-9D1F-7AC167DFBE2E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✅ Supports financial decision-making based on news trends.</a:t>
          </a:r>
        </a:p>
      </dsp:txBody>
      <dsp:txXfrm>
        <a:off x="4255435" y="2276522"/>
        <a:ext cx="1800000" cy="720000"/>
      </dsp:txXfrm>
    </dsp:sp>
    <dsp:sp modelId="{F15EB062-6194-451F-8C43-B8EA40FCCEFA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DF06F-205C-4225-AD90-8BE764251BA0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✅ Can be extended for other domains like healthcare, politics, and technology.</a:t>
          </a:r>
        </a:p>
      </dsp:txBody>
      <dsp:txXfrm>
        <a:off x="6370435" y="2276522"/>
        <a:ext cx="18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6395DA-0A4F-4060-B608-D6DD6C774E3A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CEEF71-99E9-45D8-B686-8A65B0EDCA83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48441-A96E-4228-A178-8A23777B7E28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The Equity Research News Tool is a powerful solution for financial analysts.</a:t>
          </a:r>
        </a:p>
      </dsp:txBody>
      <dsp:txXfrm>
        <a:off x="80381" y="2738169"/>
        <a:ext cx="2306250" cy="720000"/>
      </dsp:txXfrm>
    </dsp:sp>
    <dsp:sp modelId="{05A60F42-905E-40C5-A0C8-C6838FFDC3B7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06DD8-84ED-4DB1-B5ED-D36C51E9C211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CF5D9-9513-4B6F-9BB8-723998FDCDA2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It leverages AI to extract valuable insights from news articles.</a:t>
          </a:r>
        </a:p>
      </dsp:txBody>
      <dsp:txXfrm>
        <a:off x="2790224" y="2738169"/>
        <a:ext cx="2306250" cy="720000"/>
      </dsp:txXfrm>
    </dsp:sp>
    <dsp:sp modelId="{8B10D18F-B4B8-4EC7-B0D5-6D36E55108F9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FE73D9-C277-4A9D-983D-1A3408F8DC7A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C890F-1919-48BA-8AD0-1B471673C963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Enhances decision-making and market trend analysis with quick summaries.</a:t>
          </a:r>
        </a:p>
      </dsp:txBody>
      <dsp:txXfrm>
        <a:off x="5500068" y="2738169"/>
        <a:ext cx="23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news desk with a world map on the wall&#10;&#10;AI-generated content may be incorrect.">
            <a:extLst>
              <a:ext uri="{FF2B5EF4-FFF2-40B4-BE49-F238E27FC236}">
                <a16:creationId xmlns:a16="http://schemas.microsoft.com/office/drawing/2014/main" id="{D99F4009-F127-20F2-485A-567DF3680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6" r="5873" b="-2"/>
          <a:stretch/>
        </p:blipFill>
        <p:spPr bwMode="auto">
          <a:xfrm>
            <a:off x="20" y="1"/>
            <a:ext cx="9143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2"/>
            <a:ext cx="6858000" cy="290051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📊 Equity Research News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159404"/>
            <a:ext cx="6858000" cy="109839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200" dirty="0">
                <a:solidFill>
                  <a:srgbClr val="FFFFFF"/>
                </a:solidFill>
              </a:rPr>
              <a:t>An AI-Powered Tool for Summarized News Analysis</a:t>
            </a:r>
          </a:p>
          <a:p>
            <a:pPr>
              <a:lnSpc>
                <a:spcPct val="90000"/>
              </a:lnSpc>
            </a:pPr>
            <a:r>
              <a:rPr lang="en-IN" sz="2200" dirty="0">
                <a:solidFill>
                  <a:srgbClr val="FFFFFF"/>
                </a:solidFill>
              </a:rPr>
              <a:t>Developed Using </a:t>
            </a:r>
            <a:r>
              <a:rPr lang="en-IN" sz="2200" dirty="0" err="1">
                <a:solidFill>
                  <a:srgbClr val="FFFFFF"/>
                </a:solidFill>
              </a:rPr>
              <a:t>LangChain</a:t>
            </a:r>
            <a:r>
              <a:rPr lang="en-IN" sz="2200" dirty="0">
                <a:solidFill>
                  <a:srgbClr val="FFFFFF"/>
                </a:solidFill>
              </a:rPr>
              <a:t>, </a:t>
            </a:r>
            <a:r>
              <a:rPr lang="en-IN" sz="2200" dirty="0" err="1">
                <a:solidFill>
                  <a:srgbClr val="FFFFFF"/>
                </a:solidFill>
              </a:rPr>
              <a:t>NewsAPI</a:t>
            </a:r>
            <a:r>
              <a:rPr lang="en-IN" sz="2200" dirty="0">
                <a:solidFill>
                  <a:srgbClr val="FFFFFF"/>
                </a:solidFill>
              </a:rPr>
              <a:t>, and </a:t>
            </a:r>
            <a:r>
              <a:rPr lang="en-IN" sz="2200" dirty="0" err="1">
                <a:solidFill>
                  <a:srgbClr val="FFFFFF"/>
                </a:solidFill>
              </a:rPr>
              <a:t>Streamlit</a:t>
            </a:r>
            <a:endParaRPr lang="en-IN" sz="2200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AB2CD-CE84-314F-AC8A-64572CE0765D}"/>
              </a:ext>
            </a:extLst>
          </p:cNvPr>
          <p:cNvSpPr txBox="1"/>
          <p:nvPr/>
        </p:nvSpPr>
        <p:spPr>
          <a:xfrm>
            <a:off x="398206" y="585142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By Deewankar Sharma</a:t>
            </a:r>
            <a:endParaRPr lang="en-I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CCA534-F7CD-9957-7E25-1097EB9822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407798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391" y="591829"/>
            <a:ext cx="2954766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Technical Architecture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17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4833" y="591829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3918" y="821124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63178" y="1336268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548A087-29E9-88CB-37BA-386ADCA286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2067342"/>
              </p:ext>
            </p:extLst>
          </p:nvPr>
        </p:nvGraphicFramePr>
        <p:xfrm>
          <a:off x="4119532" y="671805"/>
          <a:ext cx="4395818" cy="5503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Features &amp; Functionalities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28B4B60-3CAD-4C1E-9DEE-7F185978C6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402202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User Interface Design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ED483CA-2187-46D2-CF4B-697CB78781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556905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6131316" y="457951"/>
            <a:ext cx="2240924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Authentication System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8C88C22-CA26-8D61-F80A-EF5B758780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167777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It Works?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53151D03-2C31-7FDE-799C-98DDEB4FA8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998268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Benefits &amp; Use Cases</a:t>
            </a:r>
          </a:p>
        </p:txBody>
      </p:sp>
      <p:graphicFrame>
        <p:nvGraphicFramePr>
          <p:cNvPr id="21" name="TextBox 2">
            <a:extLst>
              <a:ext uri="{FF2B5EF4-FFF2-40B4-BE49-F238E27FC236}">
                <a16:creationId xmlns:a16="http://schemas.microsoft.com/office/drawing/2014/main" id="{C631EB60-2E32-FAFC-274F-8F26952873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065874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9983" y="741391"/>
            <a:ext cx="2526926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/>
              <a:t>Future Enhancements</a:t>
            </a:r>
          </a:p>
        </p:txBody>
      </p:sp>
      <p:pic>
        <p:nvPicPr>
          <p:cNvPr id="14" name="Picture 13" descr="Office items on a table">
            <a:extLst>
              <a:ext uri="{FF2B5EF4-FFF2-40B4-BE49-F238E27FC236}">
                <a16:creationId xmlns:a16="http://schemas.microsoft.com/office/drawing/2014/main" id="{BEBBE69B-06FE-68F2-3698-BB7FD60982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20" r="14862" b="2"/>
          <a:stretch/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59983" y="2533476"/>
            <a:ext cx="2526926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• Implement real-time alerts for breaking news.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• Integrate more LLM models for diversified analysis.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• Allow users to customize summaries with different tones.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• Add sentiment analysis for a deeper understanding of news impact.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extBox 2">
            <a:extLst>
              <a:ext uri="{FF2B5EF4-FFF2-40B4-BE49-F238E27FC236}">
                <a16:creationId xmlns:a16="http://schemas.microsoft.com/office/drawing/2014/main" id="{164381D1-F5B3-2EFE-E7C8-C9C8875552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974711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F65200E-BE19-61BA-8C12-E73CE7790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4850097"/>
            <a:ext cx="9151631" cy="2021488"/>
            <a:chOff x="-1" y="-29768"/>
            <a:chExt cx="12202175" cy="151935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DCB7929-1F93-E966-9A22-29A959C2A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E9333BF-F59E-1341-F162-50F583238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F345832-F005-417F-6A2A-8481A275FF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962663" y="-3992432"/>
              <a:ext cx="1519356" cy="944468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9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B028E37-B3F3-2CFD-50A7-8FAC8B132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48" y="5869682"/>
            <a:ext cx="6712268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dirty="0">
                <a:solidFill>
                  <a:srgbClr val="FFFFFF"/>
                </a:solidFill>
              </a:rPr>
              <a:t>OUTPUT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094F07-C0A6-D4BF-A87A-DB8A0CFE19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78" t="18622" r="-2099" b="13958"/>
          <a:stretch/>
        </p:blipFill>
        <p:spPr>
          <a:xfrm>
            <a:off x="112490" y="79984"/>
            <a:ext cx="7977963" cy="29581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88B775-2D8E-B823-59A8-11D927FF53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4" t="6448" r="17265" b="5347"/>
          <a:stretch/>
        </p:blipFill>
        <p:spPr>
          <a:xfrm>
            <a:off x="4176996" y="3009401"/>
            <a:ext cx="4854514" cy="29581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316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7264A0B-64C1-8435-75B7-5909E432B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6" r="5873" b="-1"/>
          <a:stretch/>
        </p:blipFill>
        <p:spPr bwMode="auto">
          <a:xfrm>
            <a:off x="20" y="10"/>
            <a:ext cx="9143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9144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9471D2-9A7B-95BE-A8F3-3C7FBDA67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06" y="5317240"/>
            <a:ext cx="8408194" cy="744836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1">
                    <a:lumMod val="85000"/>
                    <a:lumOff val="15000"/>
                  </a:schemeClr>
                </a:solidFill>
              </a:rPr>
              <a:t>THANKS</a:t>
            </a:r>
            <a:endParaRPr lang="en-IN" sz="3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446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387</Words>
  <Application>Microsoft Office PowerPoint</Application>
  <PresentationFormat>On-screen Show (4:3)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📊 Equity Research News Tool</vt:lpstr>
      <vt:lpstr>Introduction</vt:lpstr>
      <vt:lpstr>Technical Architecture</vt:lpstr>
      <vt:lpstr>Features &amp; Functionalities</vt:lpstr>
      <vt:lpstr>User Interface Design</vt:lpstr>
      <vt:lpstr>Authentication System</vt:lpstr>
      <vt:lpstr>How It Works?</vt:lpstr>
      <vt:lpstr>Benefits &amp; Use Cases</vt:lpstr>
      <vt:lpstr>Future Enhancements</vt:lpstr>
      <vt:lpstr>Conclusion</vt:lpstr>
      <vt:lpstr>OUTPUT</vt:lpstr>
      <vt:lpstr>THANKS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Deewankar Sharma</dc:creator>
  <cp:keywords/>
  <dc:description>generated using python-pptx</dc:description>
  <cp:lastModifiedBy>deewanker sharma</cp:lastModifiedBy>
  <cp:revision>3</cp:revision>
  <dcterms:created xsi:type="dcterms:W3CDTF">2013-01-27T09:14:16Z</dcterms:created>
  <dcterms:modified xsi:type="dcterms:W3CDTF">2025-02-12T20:21:12Z</dcterms:modified>
  <cp:category/>
</cp:coreProperties>
</file>